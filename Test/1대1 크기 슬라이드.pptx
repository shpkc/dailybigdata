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4" r:id="rId3"/>
    <p:sldId id="265" r:id="rId4"/>
    <p:sldId id="259" r:id="rId5"/>
    <p:sldId id="260" r:id="rId6"/>
    <p:sldId id="261" r:id="rId7"/>
    <p:sldId id="257" r:id="rId8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0000"/>
    <a:srgbClr val="002E73"/>
    <a:srgbClr val="0068B7"/>
    <a:srgbClr val="FA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129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17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5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563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31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16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277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99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600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5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8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76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230E1-0E37-4A6E-8FDA-42A619EC2227}" type="datetimeFigureOut">
              <a:rPr lang="ko-KR" altLang="en-US" smtClean="0"/>
              <a:t>2019-03-29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82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1500188"/>
            <a:ext cx="6858000" cy="3857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65AFFD8A-C714-478A-8515-DBFCD7246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0965" y="-685800"/>
            <a:ext cx="12444632" cy="5926755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DC5A7FBB-B7EB-4283-854D-E7CB2FF1A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428"/>
            <a:ext cx="6857143" cy="6857143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5DD1D0E9-83F6-4F07-A124-2C6FC3EBC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380" y="4412609"/>
            <a:ext cx="6543675" cy="2006731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19</a:t>
            </a:r>
            <a:r>
              <a:rPr lang="ko-KR" altLang="en-US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년 </a:t>
            </a:r>
            <a:r>
              <a:rPr lang="en-US" altLang="ko-KR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3</a:t>
            </a:r>
            <a:r>
              <a:rPr lang="ko-KR" altLang="en-US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월 </a:t>
            </a:r>
            <a:r>
              <a:rPr lang="en-US" altLang="ko-KR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29</a:t>
            </a:r>
            <a:r>
              <a:rPr lang="ko-KR" altLang="en-US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일 </a:t>
            </a:r>
            <a:r>
              <a:rPr lang="en-US" altLang="ko-KR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금</a:t>
            </a:r>
            <a:r>
              <a:rPr lang="en-US" altLang="ko-KR" sz="4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br>
              <a:rPr lang="en-US" altLang="ko-KR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TOP 10 </a:t>
            </a:r>
            <a:r>
              <a:rPr lang="ko-KR" altLang="en-US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종합뉴스 키워드</a:t>
            </a:r>
          </a:p>
        </p:txBody>
      </p:sp>
    </p:spTree>
    <p:extLst>
      <p:ext uri="{BB962C8B-B14F-4D97-AF65-F5344CB8AC3E}">
        <p14:creationId xmlns:p14="http://schemas.microsoft.com/office/powerpoint/2010/main" val="280726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22FF560-D9C0-4DC7-9ED7-670A12D40587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FE3495-FD99-4BFE-B9EF-31C76239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438706"/>
            <a:ext cx="5143500" cy="381221"/>
          </a:xfrm>
        </p:spPr>
        <p:txBody>
          <a:bodyPr>
            <a:noAutofit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TOP 10 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종합 뉴스 키워드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890B74-08FF-4443-98F6-AF50E2BA7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213818"/>
            <a:ext cx="5143500" cy="305657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2019.03.29 (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금</a:t>
            </a:r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2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6CD867-EDB4-44F0-93D9-E2E07F34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89" y="84194"/>
            <a:ext cx="1057411" cy="105741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291E1EB-5C1B-4836-8736-1B28FF98135E}"/>
              </a:ext>
            </a:extLst>
          </p:cNvPr>
          <p:cNvCxnSpPr/>
          <p:nvPr/>
        </p:nvCxnSpPr>
        <p:spPr>
          <a:xfrm>
            <a:off x="2360190" y="824935"/>
            <a:ext cx="213762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D97E191D-D940-43DB-84EB-43F206FEFCFD}"/>
              </a:ext>
            </a:extLst>
          </p:cNvPr>
          <p:cNvSpPr/>
          <p:nvPr/>
        </p:nvSpPr>
        <p:spPr>
          <a:xfrm>
            <a:off x="7141584" y="2313392"/>
            <a:ext cx="234555" cy="88098"/>
          </a:xfrm>
          <a:prstGeom prst="triangle">
            <a:avLst/>
          </a:prstGeom>
          <a:solidFill>
            <a:srgbClr val="FA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D57303E1-89C7-4F73-882D-033BBDBE7F67}"/>
              </a:ext>
            </a:extLst>
          </p:cNvPr>
          <p:cNvGrpSpPr/>
          <p:nvPr/>
        </p:nvGrpSpPr>
        <p:grpSpPr>
          <a:xfrm>
            <a:off x="738248" y="1542122"/>
            <a:ext cx="5459611" cy="913907"/>
            <a:chOff x="637580" y="1354925"/>
            <a:chExt cx="5459611" cy="93677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23285B4-0C1D-433A-82E3-0C9B696F2A42}"/>
                </a:ext>
              </a:extLst>
            </p:cNvPr>
            <p:cNvSpPr/>
            <p:nvPr/>
          </p:nvSpPr>
          <p:spPr>
            <a:xfrm>
              <a:off x="2207419" y="1386928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922EA17-BDE0-4133-9C18-ECE7802CEF5A}"/>
                </a:ext>
              </a:extLst>
            </p:cNvPr>
            <p:cNvSpPr/>
            <p:nvPr/>
          </p:nvSpPr>
          <p:spPr>
            <a:xfrm>
              <a:off x="637580" y="1354925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29CF62-A323-4741-AE45-9EF8E8D95B67}"/>
                </a:ext>
              </a:extLst>
            </p:cNvPr>
            <p:cNvSpPr txBox="1"/>
            <p:nvPr/>
          </p:nvSpPr>
          <p:spPr>
            <a:xfrm>
              <a:off x="765572" y="1611395"/>
              <a:ext cx="353616" cy="449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636A79-8B31-4868-B50C-0A7281CF8C8E}"/>
                </a:ext>
              </a:extLst>
            </p:cNvPr>
            <p:cNvSpPr txBox="1"/>
            <p:nvPr/>
          </p:nvSpPr>
          <p:spPr>
            <a:xfrm>
              <a:off x="1130498" y="1638646"/>
              <a:ext cx="1500188" cy="378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김의겸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095B7C-7190-4372-B42C-A1F2916D36CF}"/>
                </a:ext>
              </a:extLst>
            </p:cNvPr>
            <p:cNvSpPr txBox="1"/>
            <p:nvPr/>
          </p:nvSpPr>
          <p:spPr>
            <a:xfrm>
              <a:off x="3214688" y="1638646"/>
              <a:ext cx="1182454" cy="378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27%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60CA0B-5FBE-40BE-B213-88BE5B7EE086}"/>
                </a:ext>
              </a:extLst>
            </p:cNvPr>
            <p:cNvSpPr txBox="1"/>
            <p:nvPr/>
          </p:nvSpPr>
          <p:spPr>
            <a:xfrm>
              <a:off x="4597003" y="1638646"/>
              <a:ext cx="1500188" cy="378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451%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2206722-D6B6-4481-B3EC-A644981EA3B2}"/>
              </a:ext>
            </a:extLst>
          </p:cNvPr>
          <p:cNvCxnSpPr>
            <a:cxnSpLocks/>
          </p:cNvCxnSpPr>
          <p:nvPr/>
        </p:nvCxnSpPr>
        <p:spPr>
          <a:xfrm>
            <a:off x="7113815" y="2735817"/>
            <a:ext cx="228034" cy="0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395A367-DD30-4B4E-B92D-B433284207BD}"/>
              </a:ext>
            </a:extLst>
          </p:cNvPr>
          <p:cNvGrpSpPr/>
          <p:nvPr/>
        </p:nvGrpSpPr>
        <p:grpSpPr>
          <a:xfrm>
            <a:off x="738248" y="2532330"/>
            <a:ext cx="5470327" cy="936775"/>
            <a:chOff x="637580" y="2226131"/>
            <a:chExt cx="5470327" cy="93677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BAD732-7B18-47D0-86AD-7AC4586E43E5}"/>
                </a:ext>
              </a:extLst>
            </p:cNvPr>
            <p:cNvSpPr/>
            <p:nvPr/>
          </p:nvSpPr>
          <p:spPr>
            <a:xfrm>
              <a:off x="2207419" y="2258134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3" name="직사각형 7">
              <a:extLst>
                <a:ext uri="{FF2B5EF4-FFF2-40B4-BE49-F238E27FC236}">
                  <a16:creationId xmlns:a16="http://schemas.microsoft.com/office/drawing/2014/main" id="{D12692C2-AC10-4C7A-90F0-83739BA0DB32}"/>
                </a:ext>
              </a:extLst>
            </p:cNvPr>
            <p:cNvSpPr/>
            <p:nvPr/>
          </p:nvSpPr>
          <p:spPr>
            <a:xfrm>
              <a:off x="637580" y="2226131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F41AAC-5E22-4998-A690-2E5AFC99783A}"/>
                </a:ext>
              </a:extLst>
            </p:cNvPr>
            <p:cNvSpPr txBox="1"/>
            <p:nvPr/>
          </p:nvSpPr>
          <p:spPr>
            <a:xfrm>
              <a:off x="765572" y="2491237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469F70-5F60-4053-8614-0A7848BF5A5A}"/>
                </a:ext>
              </a:extLst>
            </p:cNvPr>
            <p:cNvSpPr txBox="1"/>
            <p:nvPr/>
          </p:nvSpPr>
          <p:spPr>
            <a:xfrm>
              <a:off x="1130498" y="250985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김학의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4C69AA-122C-4D95-A5F0-087E5F71A3E5}"/>
                </a:ext>
              </a:extLst>
            </p:cNvPr>
            <p:cNvSpPr txBox="1"/>
            <p:nvPr/>
          </p:nvSpPr>
          <p:spPr>
            <a:xfrm>
              <a:off x="3225403" y="2509852"/>
              <a:ext cx="117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46%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F25218-6AC1-4D43-A060-8C2C61D6F538}"/>
                </a:ext>
              </a:extLst>
            </p:cNvPr>
            <p:cNvSpPr txBox="1"/>
            <p:nvPr/>
          </p:nvSpPr>
          <p:spPr>
            <a:xfrm>
              <a:off x="4607719" y="250985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374%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66664F9-7C32-4B68-92B6-9DA6ACFCD81D}"/>
              </a:ext>
            </a:extLst>
          </p:cNvPr>
          <p:cNvGrpSpPr/>
          <p:nvPr/>
        </p:nvGrpSpPr>
        <p:grpSpPr>
          <a:xfrm>
            <a:off x="738248" y="3558733"/>
            <a:ext cx="5475684" cy="936775"/>
            <a:chOff x="637580" y="3147671"/>
            <a:chExt cx="5475684" cy="93677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4B844F8-43D4-49FC-BC66-6BAFDE74E7A5}"/>
                </a:ext>
              </a:extLst>
            </p:cNvPr>
            <p:cNvSpPr/>
            <p:nvPr/>
          </p:nvSpPr>
          <p:spPr>
            <a:xfrm>
              <a:off x="2207419" y="3179674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6" name="직사각형 7">
              <a:extLst>
                <a:ext uri="{FF2B5EF4-FFF2-40B4-BE49-F238E27FC236}">
                  <a16:creationId xmlns:a16="http://schemas.microsoft.com/office/drawing/2014/main" id="{4D75E968-F32B-498C-96F9-4E07871FF3CD}"/>
                </a:ext>
              </a:extLst>
            </p:cNvPr>
            <p:cNvSpPr/>
            <p:nvPr/>
          </p:nvSpPr>
          <p:spPr>
            <a:xfrm>
              <a:off x="637580" y="3147671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16D6BB-83A9-4567-B2D0-3AD7E58AB5B5}"/>
                </a:ext>
              </a:extLst>
            </p:cNvPr>
            <p:cNvSpPr txBox="1"/>
            <p:nvPr/>
          </p:nvSpPr>
          <p:spPr>
            <a:xfrm>
              <a:off x="775358" y="3424250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13173D-B5CF-42C0-B3A8-4340016566F3}"/>
                </a:ext>
              </a:extLst>
            </p:cNvPr>
            <p:cNvSpPr txBox="1"/>
            <p:nvPr/>
          </p:nvSpPr>
          <p:spPr>
            <a:xfrm>
              <a:off x="1135856" y="343139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세월호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1C386F-94BB-43BA-8D9E-4535838D6954}"/>
                </a:ext>
              </a:extLst>
            </p:cNvPr>
            <p:cNvSpPr txBox="1"/>
            <p:nvPr/>
          </p:nvSpPr>
          <p:spPr>
            <a:xfrm>
              <a:off x="3230761" y="3431392"/>
              <a:ext cx="1166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34%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87E337-14EB-407F-B57C-89649FBB12F0}"/>
                </a:ext>
              </a:extLst>
            </p:cNvPr>
            <p:cNvSpPr txBox="1"/>
            <p:nvPr/>
          </p:nvSpPr>
          <p:spPr>
            <a:xfrm>
              <a:off x="4613076" y="343139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354%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7331E4E-8802-453E-BD30-BE260BF672A2}"/>
              </a:ext>
            </a:extLst>
          </p:cNvPr>
          <p:cNvGrpSpPr/>
          <p:nvPr/>
        </p:nvGrpSpPr>
        <p:grpSpPr>
          <a:xfrm>
            <a:off x="738248" y="4585136"/>
            <a:ext cx="5481042" cy="936775"/>
            <a:chOff x="637580" y="4329270"/>
            <a:chExt cx="5481042" cy="93677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B7F0C12-13E9-40E3-9EED-7B7AD517F233}"/>
                </a:ext>
              </a:extLst>
            </p:cNvPr>
            <p:cNvSpPr/>
            <p:nvPr/>
          </p:nvSpPr>
          <p:spPr>
            <a:xfrm>
              <a:off x="2207419" y="4361273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9" name="직사각형 7">
              <a:extLst>
                <a:ext uri="{FF2B5EF4-FFF2-40B4-BE49-F238E27FC236}">
                  <a16:creationId xmlns:a16="http://schemas.microsoft.com/office/drawing/2014/main" id="{8A906F72-F533-4F23-B562-07E58E58852D}"/>
                </a:ext>
              </a:extLst>
            </p:cNvPr>
            <p:cNvSpPr/>
            <p:nvPr/>
          </p:nvSpPr>
          <p:spPr>
            <a:xfrm>
              <a:off x="637580" y="4329270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F5ACE2-2EB3-437C-89E4-AC6B4B319160}"/>
                </a:ext>
              </a:extLst>
            </p:cNvPr>
            <p:cNvSpPr txBox="1"/>
            <p:nvPr/>
          </p:nvSpPr>
          <p:spPr>
            <a:xfrm>
              <a:off x="756582" y="4595143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4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D52D42-4410-4C93-AFBA-E09E0A4B10E3}"/>
                </a:ext>
              </a:extLst>
            </p:cNvPr>
            <p:cNvSpPr txBox="1"/>
            <p:nvPr/>
          </p:nvSpPr>
          <p:spPr>
            <a:xfrm>
              <a:off x="1128974" y="461299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대통령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88407F-5D70-4AE5-B8AC-AD8E89EE4C00}"/>
                </a:ext>
              </a:extLst>
            </p:cNvPr>
            <p:cNvSpPr txBox="1"/>
            <p:nvPr/>
          </p:nvSpPr>
          <p:spPr>
            <a:xfrm>
              <a:off x="3236119" y="4612991"/>
              <a:ext cx="1161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21%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E0E5F5-6C87-4415-A84F-327D2E32FCD5}"/>
                </a:ext>
              </a:extLst>
            </p:cNvPr>
            <p:cNvSpPr txBox="1"/>
            <p:nvPr/>
          </p:nvSpPr>
          <p:spPr>
            <a:xfrm>
              <a:off x="4618434" y="461299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340%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8273F74-FA83-4E90-9CEE-7024672C3907}"/>
              </a:ext>
            </a:extLst>
          </p:cNvPr>
          <p:cNvGrpSpPr/>
          <p:nvPr/>
        </p:nvGrpSpPr>
        <p:grpSpPr>
          <a:xfrm>
            <a:off x="685823" y="5611538"/>
            <a:ext cx="5533467" cy="936775"/>
            <a:chOff x="585155" y="5460536"/>
            <a:chExt cx="5533467" cy="936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A95894-ADD7-4DB9-985F-E61734A70F42}"/>
                </a:ext>
              </a:extLst>
            </p:cNvPr>
            <p:cNvSpPr/>
            <p:nvPr/>
          </p:nvSpPr>
          <p:spPr>
            <a:xfrm>
              <a:off x="2207419" y="5492539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22" name="직사각형 7">
              <a:extLst>
                <a:ext uri="{FF2B5EF4-FFF2-40B4-BE49-F238E27FC236}">
                  <a16:creationId xmlns:a16="http://schemas.microsoft.com/office/drawing/2014/main" id="{72B842C6-AF09-48E6-A9FC-223813C84A42}"/>
                </a:ext>
              </a:extLst>
            </p:cNvPr>
            <p:cNvSpPr/>
            <p:nvPr/>
          </p:nvSpPr>
          <p:spPr>
            <a:xfrm>
              <a:off x="637580" y="5460536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397F58-262E-4571-AA0C-B3A7F4700E51}"/>
                </a:ext>
              </a:extLst>
            </p:cNvPr>
            <p:cNvSpPr txBox="1"/>
            <p:nvPr/>
          </p:nvSpPr>
          <p:spPr>
            <a:xfrm>
              <a:off x="585155" y="5726410"/>
              <a:ext cx="734021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5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E006EE-96C4-4ADC-86D2-87A6810A8F08}"/>
                </a:ext>
              </a:extLst>
            </p:cNvPr>
            <p:cNvSpPr txBox="1"/>
            <p:nvPr/>
          </p:nvSpPr>
          <p:spPr>
            <a:xfrm>
              <a:off x="1128974" y="5744257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나경원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04DB57-6B03-464E-A95B-084AAEFBE872}"/>
                </a:ext>
              </a:extLst>
            </p:cNvPr>
            <p:cNvSpPr txBox="1"/>
            <p:nvPr/>
          </p:nvSpPr>
          <p:spPr>
            <a:xfrm>
              <a:off x="3236119" y="5744257"/>
              <a:ext cx="1161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63%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C7143B-6EAC-4F84-8D38-A66902E1F191}"/>
                </a:ext>
              </a:extLst>
            </p:cNvPr>
            <p:cNvSpPr txBox="1"/>
            <p:nvPr/>
          </p:nvSpPr>
          <p:spPr>
            <a:xfrm>
              <a:off x="4618434" y="5744257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187%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D3B12BA1-D614-43FA-8C6D-60E96A0E2239}"/>
              </a:ext>
            </a:extLst>
          </p:cNvPr>
          <p:cNvSpPr/>
          <p:nvPr/>
        </p:nvSpPr>
        <p:spPr>
          <a:xfrm rot="10800000">
            <a:off x="7141584" y="2500488"/>
            <a:ext cx="234555" cy="88098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A6D1ADF-3D31-4725-905D-890038054001}"/>
              </a:ext>
            </a:extLst>
          </p:cNvPr>
          <p:cNvSpPr/>
          <p:nvPr/>
        </p:nvSpPr>
        <p:spPr>
          <a:xfrm>
            <a:off x="738248" y="900439"/>
            <a:ext cx="5384602" cy="575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DD2210-5531-4202-94CC-E71DF775DA91}"/>
              </a:ext>
            </a:extLst>
          </p:cNvPr>
          <p:cNvSpPr txBox="1"/>
          <p:nvPr/>
        </p:nvSpPr>
        <p:spPr>
          <a:xfrm>
            <a:off x="746637" y="1046189"/>
            <a:ext cx="599267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순위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E85EF4-5845-4EDD-BC04-063C48B0923E}"/>
              </a:ext>
            </a:extLst>
          </p:cNvPr>
          <p:cNvSpPr txBox="1"/>
          <p:nvPr/>
        </p:nvSpPr>
        <p:spPr>
          <a:xfrm>
            <a:off x="1565739" y="1046189"/>
            <a:ext cx="81121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키워드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05EA41-2B07-4524-93B4-5DDC09FE02DE}"/>
              </a:ext>
            </a:extLst>
          </p:cNvPr>
          <p:cNvSpPr txBox="1"/>
          <p:nvPr/>
        </p:nvSpPr>
        <p:spPr>
          <a:xfrm>
            <a:off x="5105948" y="1046189"/>
            <a:ext cx="86455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관심도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F712B6-3146-466E-8D62-8EEA2E7A2579}"/>
              </a:ext>
            </a:extLst>
          </p:cNvPr>
          <p:cNvSpPr txBox="1"/>
          <p:nvPr/>
        </p:nvSpPr>
        <p:spPr>
          <a:xfrm>
            <a:off x="3763251" y="1046189"/>
            <a:ext cx="86455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감정도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3921A-4373-43AB-8214-49AD9A6A454F}"/>
              </a:ext>
            </a:extLst>
          </p:cNvPr>
          <p:cNvSpPr txBox="1"/>
          <p:nvPr/>
        </p:nvSpPr>
        <p:spPr>
          <a:xfrm>
            <a:off x="6976162" y="2883049"/>
            <a:ext cx="5033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rgbClr val="FFF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1100" dirty="0">
              <a:solidFill>
                <a:srgbClr val="FFFF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4BE9E6-06A0-40E3-9EB4-DC8A897E8CD5}"/>
              </a:ext>
            </a:extLst>
          </p:cNvPr>
          <p:cNvSpPr txBox="1"/>
          <p:nvPr/>
        </p:nvSpPr>
        <p:spPr>
          <a:xfrm>
            <a:off x="2260726" y="1883659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20A2DA-9AF5-4311-B99F-311ADA6E2116}"/>
              </a:ext>
            </a:extLst>
          </p:cNvPr>
          <p:cNvSpPr txBox="1"/>
          <p:nvPr/>
        </p:nvSpPr>
        <p:spPr>
          <a:xfrm>
            <a:off x="2260726" y="3912081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974D03-C31F-41AA-A4E2-EC8901673269}"/>
              </a:ext>
            </a:extLst>
          </p:cNvPr>
          <p:cNvSpPr txBox="1"/>
          <p:nvPr/>
        </p:nvSpPr>
        <p:spPr>
          <a:xfrm>
            <a:off x="2256873" y="4923143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9EF568-899C-49BB-883D-B5DC9A301A58}"/>
              </a:ext>
            </a:extLst>
          </p:cNvPr>
          <p:cNvSpPr txBox="1"/>
          <p:nvPr/>
        </p:nvSpPr>
        <p:spPr>
          <a:xfrm>
            <a:off x="2263322" y="5957561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3A008A1A-6FDA-44A8-9D03-98B0F9394E3F}"/>
              </a:ext>
            </a:extLst>
          </p:cNvPr>
          <p:cNvSpPr/>
          <p:nvPr/>
        </p:nvSpPr>
        <p:spPr>
          <a:xfrm rot="10800000">
            <a:off x="4423784" y="2956668"/>
            <a:ext cx="234555" cy="88098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E4250542-2B4D-455D-9A68-CFFD69565092}"/>
              </a:ext>
            </a:extLst>
          </p:cNvPr>
          <p:cNvSpPr/>
          <p:nvPr/>
        </p:nvSpPr>
        <p:spPr>
          <a:xfrm>
            <a:off x="5773003" y="2866135"/>
            <a:ext cx="234555" cy="88098"/>
          </a:xfrm>
          <a:prstGeom prst="triangle">
            <a:avLst/>
          </a:prstGeom>
          <a:solidFill>
            <a:srgbClr val="FA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</p:spTree>
    <p:extLst>
      <p:ext uri="{BB962C8B-B14F-4D97-AF65-F5344CB8AC3E}">
        <p14:creationId xmlns:p14="http://schemas.microsoft.com/office/powerpoint/2010/main" val="379496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22FF560-D9C0-4DC7-9ED7-670A12D40587}"/>
              </a:ext>
            </a:extLst>
          </p:cNvPr>
          <p:cNvSpPr/>
          <p:nvPr/>
        </p:nvSpPr>
        <p:spPr>
          <a:xfrm>
            <a:off x="-36706" y="-2482"/>
            <a:ext cx="6858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FE3495-FD99-4BFE-B9EF-31C76239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438706"/>
            <a:ext cx="5143500" cy="381221"/>
          </a:xfrm>
        </p:spPr>
        <p:txBody>
          <a:bodyPr>
            <a:noAutofit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TOP 10 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종합 뉴스 키워드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890B74-08FF-4443-98F6-AF50E2BA7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213818"/>
            <a:ext cx="5143500" cy="305657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2019.03.29 (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금</a:t>
            </a:r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2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6CD867-EDB4-44F0-93D9-E2E07F34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89" y="84194"/>
            <a:ext cx="1057411" cy="105741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291E1EB-5C1B-4836-8736-1B28FF98135E}"/>
              </a:ext>
            </a:extLst>
          </p:cNvPr>
          <p:cNvCxnSpPr/>
          <p:nvPr/>
        </p:nvCxnSpPr>
        <p:spPr>
          <a:xfrm>
            <a:off x="2360190" y="824935"/>
            <a:ext cx="213762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D97E191D-D940-43DB-84EB-43F206FEFCFD}"/>
              </a:ext>
            </a:extLst>
          </p:cNvPr>
          <p:cNvSpPr/>
          <p:nvPr/>
        </p:nvSpPr>
        <p:spPr>
          <a:xfrm>
            <a:off x="7141584" y="2313392"/>
            <a:ext cx="234555" cy="88098"/>
          </a:xfrm>
          <a:prstGeom prst="triangle">
            <a:avLst/>
          </a:prstGeom>
          <a:solidFill>
            <a:srgbClr val="FA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D57303E1-89C7-4F73-882D-033BBDBE7F67}"/>
              </a:ext>
            </a:extLst>
          </p:cNvPr>
          <p:cNvGrpSpPr/>
          <p:nvPr/>
        </p:nvGrpSpPr>
        <p:grpSpPr>
          <a:xfrm>
            <a:off x="738248" y="1542122"/>
            <a:ext cx="5384602" cy="913907"/>
            <a:chOff x="637580" y="1354925"/>
            <a:chExt cx="5384602" cy="93677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23285B4-0C1D-433A-82E3-0C9B696F2A42}"/>
                </a:ext>
              </a:extLst>
            </p:cNvPr>
            <p:cNvSpPr/>
            <p:nvPr/>
          </p:nvSpPr>
          <p:spPr>
            <a:xfrm>
              <a:off x="2207419" y="1386928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922EA17-BDE0-4133-9C18-ECE7802CEF5A}"/>
                </a:ext>
              </a:extLst>
            </p:cNvPr>
            <p:cNvSpPr/>
            <p:nvPr/>
          </p:nvSpPr>
          <p:spPr>
            <a:xfrm>
              <a:off x="637580" y="1354925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29CF62-A323-4741-AE45-9EF8E8D95B67}"/>
                </a:ext>
              </a:extLst>
            </p:cNvPr>
            <p:cNvSpPr txBox="1"/>
            <p:nvPr/>
          </p:nvSpPr>
          <p:spPr>
            <a:xfrm>
              <a:off x="765572" y="1611395"/>
              <a:ext cx="353616" cy="449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6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636A79-8B31-4868-B50C-0A7281CF8C8E}"/>
                </a:ext>
              </a:extLst>
            </p:cNvPr>
            <p:cNvSpPr txBox="1"/>
            <p:nvPr/>
          </p:nvSpPr>
          <p:spPr>
            <a:xfrm>
              <a:off x="1130498" y="1638646"/>
              <a:ext cx="1500188" cy="378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대변인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095B7C-7190-4372-B42C-A1F2916D36CF}"/>
                </a:ext>
              </a:extLst>
            </p:cNvPr>
            <p:cNvSpPr txBox="1"/>
            <p:nvPr/>
          </p:nvSpPr>
          <p:spPr>
            <a:xfrm>
              <a:off x="3214687" y="1638646"/>
              <a:ext cx="1190626" cy="378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20%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60CA0B-5FBE-40BE-B213-88BE5B7EE086}"/>
                </a:ext>
              </a:extLst>
            </p:cNvPr>
            <p:cNvSpPr txBox="1"/>
            <p:nvPr/>
          </p:nvSpPr>
          <p:spPr>
            <a:xfrm>
              <a:off x="4597003" y="1638646"/>
              <a:ext cx="1212391" cy="378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234%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2206722-D6B6-4481-B3EC-A644981EA3B2}"/>
              </a:ext>
            </a:extLst>
          </p:cNvPr>
          <p:cNvCxnSpPr>
            <a:cxnSpLocks/>
          </p:cNvCxnSpPr>
          <p:nvPr/>
        </p:nvCxnSpPr>
        <p:spPr>
          <a:xfrm>
            <a:off x="7113815" y="2735817"/>
            <a:ext cx="228034" cy="0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395A367-DD30-4B4E-B92D-B433284207BD}"/>
              </a:ext>
            </a:extLst>
          </p:cNvPr>
          <p:cNvGrpSpPr/>
          <p:nvPr/>
        </p:nvGrpSpPr>
        <p:grpSpPr>
          <a:xfrm>
            <a:off x="738248" y="2532330"/>
            <a:ext cx="5384602" cy="936775"/>
            <a:chOff x="637580" y="2226131"/>
            <a:chExt cx="5384602" cy="93677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BAD732-7B18-47D0-86AD-7AC4586E43E5}"/>
                </a:ext>
              </a:extLst>
            </p:cNvPr>
            <p:cNvSpPr/>
            <p:nvPr/>
          </p:nvSpPr>
          <p:spPr>
            <a:xfrm>
              <a:off x="2207419" y="2258134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3" name="직사각형 7">
              <a:extLst>
                <a:ext uri="{FF2B5EF4-FFF2-40B4-BE49-F238E27FC236}">
                  <a16:creationId xmlns:a16="http://schemas.microsoft.com/office/drawing/2014/main" id="{D12692C2-AC10-4C7A-90F0-83739BA0DB32}"/>
                </a:ext>
              </a:extLst>
            </p:cNvPr>
            <p:cNvSpPr/>
            <p:nvPr/>
          </p:nvSpPr>
          <p:spPr>
            <a:xfrm>
              <a:off x="637580" y="2226131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F41AAC-5E22-4998-A690-2E5AFC99783A}"/>
                </a:ext>
              </a:extLst>
            </p:cNvPr>
            <p:cNvSpPr txBox="1"/>
            <p:nvPr/>
          </p:nvSpPr>
          <p:spPr>
            <a:xfrm>
              <a:off x="765572" y="2491237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469F70-5F60-4053-8614-0A7848BF5A5A}"/>
                </a:ext>
              </a:extLst>
            </p:cNvPr>
            <p:cNvSpPr txBox="1"/>
            <p:nvPr/>
          </p:nvSpPr>
          <p:spPr>
            <a:xfrm>
              <a:off x="1130498" y="250985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황교안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4C69AA-122C-4D95-A5F0-087E5F71A3E5}"/>
                </a:ext>
              </a:extLst>
            </p:cNvPr>
            <p:cNvSpPr txBox="1"/>
            <p:nvPr/>
          </p:nvSpPr>
          <p:spPr>
            <a:xfrm>
              <a:off x="3225403" y="2509852"/>
              <a:ext cx="117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35%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F25218-6AC1-4D43-A060-8C2C61D6F538}"/>
                </a:ext>
              </a:extLst>
            </p:cNvPr>
            <p:cNvSpPr txBox="1"/>
            <p:nvPr/>
          </p:nvSpPr>
          <p:spPr>
            <a:xfrm>
              <a:off x="4607719" y="2509852"/>
              <a:ext cx="1194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216%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66664F9-7C32-4B68-92B6-9DA6ACFCD81D}"/>
              </a:ext>
            </a:extLst>
          </p:cNvPr>
          <p:cNvGrpSpPr/>
          <p:nvPr/>
        </p:nvGrpSpPr>
        <p:grpSpPr>
          <a:xfrm>
            <a:off x="738248" y="3558733"/>
            <a:ext cx="5384602" cy="936775"/>
            <a:chOff x="637580" y="3147671"/>
            <a:chExt cx="5384602" cy="93677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4B844F8-43D4-49FC-BC66-6BAFDE74E7A5}"/>
                </a:ext>
              </a:extLst>
            </p:cNvPr>
            <p:cNvSpPr/>
            <p:nvPr/>
          </p:nvSpPr>
          <p:spPr>
            <a:xfrm>
              <a:off x="2207419" y="3179674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6" name="직사각형 7">
              <a:extLst>
                <a:ext uri="{FF2B5EF4-FFF2-40B4-BE49-F238E27FC236}">
                  <a16:creationId xmlns:a16="http://schemas.microsoft.com/office/drawing/2014/main" id="{4D75E968-F32B-498C-96F9-4E07871FF3CD}"/>
                </a:ext>
              </a:extLst>
            </p:cNvPr>
            <p:cNvSpPr/>
            <p:nvPr/>
          </p:nvSpPr>
          <p:spPr>
            <a:xfrm>
              <a:off x="637580" y="3147671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16D6BB-83A9-4567-B2D0-3AD7E58AB5B5}"/>
                </a:ext>
              </a:extLst>
            </p:cNvPr>
            <p:cNvSpPr txBox="1"/>
            <p:nvPr/>
          </p:nvSpPr>
          <p:spPr>
            <a:xfrm>
              <a:off x="775358" y="3424250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13173D-B5CF-42C0-B3A8-4340016566F3}"/>
                </a:ext>
              </a:extLst>
            </p:cNvPr>
            <p:cNvSpPr txBox="1"/>
            <p:nvPr/>
          </p:nvSpPr>
          <p:spPr>
            <a:xfrm>
              <a:off x="1135856" y="343139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CCTV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1C386F-94BB-43BA-8D9E-4535838D6954}"/>
                </a:ext>
              </a:extLst>
            </p:cNvPr>
            <p:cNvSpPr txBox="1"/>
            <p:nvPr/>
          </p:nvSpPr>
          <p:spPr>
            <a:xfrm>
              <a:off x="3230761" y="3431392"/>
              <a:ext cx="1166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64%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87E337-14EB-407F-B57C-89649FBB12F0}"/>
                </a:ext>
              </a:extLst>
            </p:cNvPr>
            <p:cNvSpPr txBox="1"/>
            <p:nvPr/>
          </p:nvSpPr>
          <p:spPr>
            <a:xfrm>
              <a:off x="4613076" y="3431392"/>
              <a:ext cx="1196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200%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7331E4E-8802-453E-BD30-BE260BF672A2}"/>
              </a:ext>
            </a:extLst>
          </p:cNvPr>
          <p:cNvGrpSpPr/>
          <p:nvPr/>
        </p:nvGrpSpPr>
        <p:grpSpPr>
          <a:xfrm>
            <a:off x="738248" y="4585136"/>
            <a:ext cx="5384602" cy="936775"/>
            <a:chOff x="637580" y="4329270"/>
            <a:chExt cx="5384602" cy="93677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B7F0C12-13E9-40E3-9EED-7B7AD517F233}"/>
                </a:ext>
              </a:extLst>
            </p:cNvPr>
            <p:cNvSpPr/>
            <p:nvPr/>
          </p:nvSpPr>
          <p:spPr>
            <a:xfrm>
              <a:off x="2207419" y="4361273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9" name="직사각형 7">
              <a:extLst>
                <a:ext uri="{FF2B5EF4-FFF2-40B4-BE49-F238E27FC236}">
                  <a16:creationId xmlns:a16="http://schemas.microsoft.com/office/drawing/2014/main" id="{8A906F72-F533-4F23-B562-07E58E58852D}"/>
                </a:ext>
              </a:extLst>
            </p:cNvPr>
            <p:cNvSpPr/>
            <p:nvPr/>
          </p:nvSpPr>
          <p:spPr>
            <a:xfrm>
              <a:off x="637580" y="4329270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F5ACE2-2EB3-437C-89E4-AC6B4B319160}"/>
                </a:ext>
              </a:extLst>
            </p:cNvPr>
            <p:cNvSpPr txBox="1"/>
            <p:nvPr/>
          </p:nvSpPr>
          <p:spPr>
            <a:xfrm>
              <a:off x="756582" y="4595143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D52D42-4410-4C93-AFBA-E09E0A4B10E3}"/>
                </a:ext>
              </a:extLst>
            </p:cNvPr>
            <p:cNvSpPr txBox="1"/>
            <p:nvPr/>
          </p:nvSpPr>
          <p:spPr>
            <a:xfrm>
              <a:off x="1128974" y="461299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경찰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88407F-5D70-4AE5-B8AC-AD8E89EE4C00}"/>
                </a:ext>
              </a:extLst>
            </p:cNvPr>
            <p:cNvSpPr txBox="1"/>
            <p:nvPr/>
          </p:nvSpPr>
          <p:spPr>
            <a:xfrm>
              <a:off x="3236119" y="4612991"/>
              <a:ext cx="1161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30%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E0E5F5-6C87-4415-A84F-327D2E32FCD5}"/>
                </a:ext>
              </a:extLst>
            </p:cNvPr>
            <p:cNvSpPr txBox="1"/>
            <p:nvPr/>
          </p:nvSpPr>
          <p:spPr>
            <a:xfrm>
              <a:off x="4618434" y="4612991"/>
              <a:ext cx="1189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157%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8273F74-FA83-4E90-9CEE-7024672C3907}"/>
              </a:ext>
            </a:extLst>
          </p:cNvPr>
          <p:cNvGrpSpPr/>
          <p:nvPr/>
        </p:nvGrpSpPr>
        <p:grpSpPr>
          <a:xfrm>
            <a:off x="685823" y="5611538"/>
            <a:ext cx="5437027" cy="936775"/>
            <a:chOff x="585155" y="5460536"/>
            <a:chExt cx="5437027" cy="936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A95894-ADD7-4DB9-985F-E61734A70F42}"/>
                </a:ext>
              </a:extLst>
            </p:cNvPr>
            <p:cNvSpPr/>
            <p:nvPr/>
          </p:nvSpPr>
          <p:spPr>
            <a:xfrm>
              <a:off x="2207419" y="5492539"/>
              <a:ext cx="3814763" cy="872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22" name="직사각형 7">
              <a:extLst>
                <a:ext uri="{FF2B5EF4-FFF2-40B4-BE49-F238E27FC236}">
                  <a16:creationId xmlns:a16="http://schemas.microsoft.com/office/drawing/2014/main" id="{72B842C6-AF09-48E6-A9FC-223813C84A42}"/>
                </a:ext>
              </a:extLst>
            </p:cNvPr>
            <p:cNvSpPr/>
            <p:nvPr/>
          </p:nvSpPr>
          <p:spPr>
            <a:xfrm>
              <a:off x="637580" y="5460536"/>
              <a:ext cx="2577107" cy="936775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397F58-262E-4571-AA0C-B3A7F4700E51}"/>
                </a:ext>
              </a:extLst>
            </p:cNvPr>
            <p:cNvSpPr txBox="1"/>
            <p:nvPr/>
          </p:nvSpPr>
          <p:spPr>
            <a:xfrm>
              <a:off x="585155" y="5726410"/>
              <a:ext cx="734021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10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E006EE-96C4-4ADC-86D2-87A6810A8F08}"/>
                </a:ext>
              </a:extLst>
            </p:cNvPr>
            <p:cNvSpPr txBox="1"/>
            <p:nvPr/>
          </p:nvSpPr>
          <p:spPr>
            <a:xfrm>
              <a:off x="1128974" y="5744257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서울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04DB57-6B03-464E-A95B-084AAEFBE872}"/>
                </a:ext>
              </a:extLst>
            </p:cNvPr>
            <p:cNvSpPr txBox="1"/>
            <p:nvPr/>
          </p:nvSpPr>
          <p:spPr>
            <a:xfrm>
              <a:off x="3236119" y="5744257"/>
              <a:ext cx="1168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32%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C7143B-6EAC-4F84-8D38-A66902E1F191}"/>
                </a:ext>
              </a:extLst>
            </p:cNvPr>
            <p:cNvSpPr txBox="1"/>
            <p:nvPr/>
          </p:nvSpPr>
          <p:spPr>
            <a:xfrm>
              <a:off x="4618434" y="5744257"/>
              <a:ext cx="1189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142%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D3B12BA1-D614-43FA-8C6D-60E96A0E2239}"/>
              </a:ext>
            </a:extLst>
          </p:cNvPr>
          <p:cNvSpPr/>
          <p:nvPr/>
        </p:nvSpPr>
        <p:spPr>
          <a:xfrm rot="10800000">
            <a:off x="7141584" y="2500488"/>
            <a:ext cx="234555" cy="88098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A6D1ADF-3D31-4725-905D-890038054001}"/>
              </a:ext>
            </a:extLst>
          </p:cNvPr>
          <p:cNvSpPr/>
          <p:nvPr/>
        </p:nvSpPr>
        <p:spPr>
          <a:xfrm>
            <a:off x="738248" y="900439"/>
            <a:ext cx="5384602" cy="575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DD2210-5531-4202-94CC-E71DF775DA91}"/>
              </a:ext>
            </a:extLst>
          </p:cNvPr>
          <p:cNvSpPr txBox="1"/>
          <p:nvPr/>
        </p:nvSpPr>
        <p:spPr>
          <a:xfrm>
            <a:off x="746637" y="1046189"/>
            <a:ext cx="599267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순위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E85EF4-5845-4EDD-BC04-063C48B0923E}"/>
              </a:ext>
            </a:extLst>
          </p:cNvPr>
          <p:cNvSpPr txBox="1"/>
          <p:nvPr/>
        </p:nvSpPr>
        <p:spPr>
          <a:xfrm>
            <a:off x="1565739" y="1046189"/>
            <a:ext cx="81121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키워드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05EA41-2B07-4524-93B4-5DDC09FE02DE}"/>
              </a:ext>
            </a:extLst>
          </p:cNvPr>
          <p:cNvSpPr txBox="1"/>
          <p:nvPr/>
        </p:nvSpPr>
        <p:spPr>
          <a:xfrm>
            <a:off x="5105948" y="1046189"/>
            <a:ext cx="86455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관심도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F712B6-3146-466E-8D62-8EEA2E7A2579}"/>
              </a:ext>
            </a:extLst>
          </p:cNvPr>
          <p:cNvSpPr txBox="1"/>
          <p:nvPr/>
        </p:nvSpPr>
        <p:spPr>
          <a:xfrm>
            <a:off x="3763251" y="1046189"/>
            <a:ext cx="86455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감정도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0" name="이등변 삼각형 69">
            <a:extLst>
              <a:ext uri="{FF2B5EF4-FFF2-40B4-BE49-F238E27FC236}">
                <a16:creationId xmlns:a16="http://schemas.microsoft.com/office/drawing/2014/main" id="{791CD6A2-F9A2-40D3-A61B-D84A03C006BD}"/>
              </a:ext>
            </a:extLst>
          </p:cNvPr>
          <p:cNvSpPr/>
          <p:nvPr/>
        </p:nvSpPr>
        <p:spPr>
          <a:xfrm rot="10800000">
            <a:off x="4423784" y="2956668"/>
            <a:ext cx="234555" cy="88098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067C46-8411-41CC-9057-0D659AA16AD3}"/>
              </a:ext>
            </a:extLst>
          </p:cNvPr>
          <p:cNvSpPr txBox="1"/>
          <p:nvPr/>
        </p:nvSpPr>
        <p:spPr>
          <a:xfrm>
            <a:off x="2260726" y="1883659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3FF17A-A983-4469-91D4-4505BA59CDB3}"/>
              </a:ext>
            </a:extLst>
          </p:cNvPr>
          <p:cNvSpPr txBox="1"/>
          <p:nvPr/>
        </p:nvSpPr>
        <p:spPr>
          <a:xfrm>
            <a:off x="2260726" y="3912081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AF4A4D-85AD-4208-A005-7B401792C5CF}"/>
              </a:ext>
            </a:extLst>
          </p:cNvPr>
          <p:cNvSpPr txBox="1"/>
          <p:nvPr/>
        </p:nvSpPr>
        <p:spPr>
          <a:xfrm>
            <a:off x="2256873" y="4923143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23E218-6E4F-4D78-82BA-082D737E5B3A}"/>
              </a:ext>
            </a:extLst>
          </p:cNvPr>
          <p:cNvSpPr txBox="1"/>
          <p:nvPr/>
        </p:nvSpPr>
        <p:spPr>
          <a:xfrm>
            <a:off x="2263322" y="5957561"/>
            <a:ext cx="50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New!</a:t>
            </a:r>
            <a:endParaRPr lang="ko-KR" altLang="en-US" sz="900" dirty="0">
              <a:solidFill>
                <a:srgbClr val="E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7" name="이등변 삼각형 66">
            <a:extLst>
              <a:ext uri="{FF2B5EF4-FFF2-40B4-BE49-F238E27FC236}">
                <a16:creationId xmlns:a16="http://schemas.microsoft.com/office/drawing/2014/main" id="{3D52F75D-27A5-4F6C-B054-EDA401D68AE9}"/>
              </a:ext>
            </a:extLst>
          </p:cNvPr>
          <p:cNvSpPr/>
          <p:nvPr/>
        </p:nvSpPr>
        <p:spPr>
          <a:xfrm rot="10800000">
            <a:off x="5834612" y="2956668"/>
            <a:ext cx="234555" cy="88098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</p:spTree>
    <p:extLst>
      <p:ext uri="{BB962C8B-B14F-4D97-AF65-F5344CB8AC3E}">
        <p14:creationId xmlns:p14="http://schemas.microsoft.com/office/powerpoint/2010/main" val="76517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1500188"/>
            <a:ext cx="6858000" cy="3857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C0FABB-AF31-4753-A8D1-33D1A0DB4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9" y="84194"/>
            <a:ext cx="11137698" cy="626495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A61AFA-ECFE-4088-9058-CF1F957F1DD1}"/>
              </a:ext>
            </a:extLst>
          </p:cNvPr>
          <p:cNvSpPr/>
          <p:nvPr/>
        </p:nvSpPr>
        <p:spPr>
          <a:xfrm rot="559986">
            <a:off x="-727453" y="5100939"/>
            <a:ext cx="8312904" cy="2600392"/>
          </a:xfrm>
          <a:prstGeom prst="rect">
            <a:avLst/>
          </a:prstGeom>
          <a:solidFill>
            <a:srgbClr val="E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783573-B3E2-430C-8441-CF000B6FDB8C}"/>
              </a:ext>
            </a:extLst>
          </p:cNvPr>
          <p:cNvSpPr/>
          <p:nvPr/>
        </p:nvSpPr>
        <p:spPr>
          <a:xfrm>
            <a:off x="35719" y="0"/>
            <a:ext cx="6822281" cy="6858000"/>
          </a:xfrm>
          <a:prstGeom prst="rect">
            <a:avLst/>
          </a:prstGeom>
          <a:noFill/>
          <a:ln w="152400">
            <a:solidFill>
              <a:srgbClr val="E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66D44-79AB-4FB7-9C6E-16EC4999BC2A}"/>
              </a:ext>
            </a:extLst>
          </p:cNvPr>
          <p:cNvSpPr txBox="1"/>
          <p:nvPr/>
        </p:nvSpPr>
        <p:spPr>
          <a:xfrm>
            <a:off x="319128" y="5452938"/>
            <a:ext cx="4179094" cy="108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469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1. </a:t>
            </a:r>
            <a:r>
              <a:rPr lang="ko-KR" altLang="en-US" sz="6469" dirty="0" err="1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버닝썬</a:t>
            </a:r>
            <a:endParaRPr lang="ko-KR" altLang="en-US" sz="6469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7C40F5F-4F89-4706-80C9-E0EB98437B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89" y="84194"/>
            <a:ext cx="1057411" cy="105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6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DD1D0E9-83F6-4F07-A124-2C6FC3EBC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41" y="660471"/>
            <a:ext cx="2632472" cy="583108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1. </a:t>
            </a:r>
            <a:r>
              <a:rPr lang="ko-KR" altLang="en-US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버닝썬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5" name="부제목 34">
            <a:extLst>
              <a:ext uri="{FF2B5EF4-FFF2-40B4-BE49-F238E27FC236}">
                <a16:creationId xmlns:a16="http://schemas.microsoft.com/office/drawing/2014/main" id="{8676C665-F7D4-4E9C-9F40-C4ECD76C2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714" y="4470400"/>
            <a:ext cx="6506936" cy="2083097"/>
          </a:xfrm>
        </p:spPr>
        <p:txBody>
          <a:bodyPr/>
          <a:lstStyle/>
          <a:p>
            <a:r>
              <a:rPr lang="ko-KR" altLang="en-US" dirty="0" err="1">
                <a:latin typeface="Arial Black" panose="020B0A04020102020204" pitchFamily="34" charset="0"/>
              </a:rPr>
              <a:t>어쩌구</a:t>
            </a:r>
            <a:r>
              <a:rPr lang="ko-KR" altLang="en-US" dirty="0">
                <a:latin typeface="Arial Black" panose="020B0A04020102020204" pitchFamily="34" charset="0"/>
              </a:rPr>
              <a:t> </a:t>
            </a:r>
            <a:r>
              <a:rPr lang="ko-KR" altLang="en-US" dirty="0" err="1">
                <a:latin typeface="Arial Black" panose="020B0A04020102020204" pitchFamily="34" charset="0"/>
              </a:rPr>
              <a:t>저쩌구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783573-B3E2-430C-8441-CF000B6FDB8C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 w="1143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E7AAA9-16EB-4FF8-82E5-D5BB81D73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9" y="1225799"/>
            <a:ext cx="5554661" cy="31244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C7A6DD-414F-4B10-A215-C9FE594C26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89" y="84194"/>
            <a:ext cx="1057411" cy="105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2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783573-B3E2-430C-8441-CF000B6FDB8C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 w="1143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FD21B-C922-4825-A6F4-02D32424A065}"/>
              </a:ext>
            </a:extLst>
          </p:cNvPr>
          <p:cNvSpPr txBox="1"/>
          <p:nvPr/>
        </p:nvSpPr>
        <p:spPr>
          <a:xfrm>
            <a:off x="471034" y="3723709"/>
            <a:ext cx="63869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90%</a:t>
            </a:r>
            <a:endParaRPr lang="ko-KR" altLang="en-US" sz="11500" dirty="0">
              <a:solidFill>
                <a:srgbClr val="C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C4D16-A9AD-4812-92C4-CC9FF280B7B2}"/>
              </a:ext>
            </a:extLst>
          </p:cNvPr>
          <p:cNvSpPr txBox="1"/>
          <p:nvPr/>
        </p:nvSpPr>
        <p:spPr>
          <a:xfrm>
            <a:off x="2725057" y="2005854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05A20-C337-4B99-B42F-8B4BCF153B72}"/>
              </a:ext>
            </a:extLst>
          </p:cNvPr>
          <p:cNvSpPr txBox="1"/>
          <p:nvPr/>
        </p:nvSpPr>
        <p:spPr>
          <a:xfrm>
            <a:off x="1249872" y="2012998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FF64C-4675-48D2-B43A-8D731722E0E1}"/>
              </a:ext>
            </a:extLst>
          </p:cNvPr>
          <p:cNvSpPr txBox="1"/>
          <p:nvPr/>
        </p:nvSpPr>
        <p:spPr>
          <a:xfrm>
            <a:off x="4200241" y="2020141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1B68F-D0B8-4849-8935-58776BB95107}"/>
              </a:ext>
            </a:extLst>
          </p:cNvPr>
          <p:cNvSpPr txBox="1"/>
          <p:nvPr/>
        </p:nvSpPr>
        <p:spPr>
          <a:xfrm>
            <a:off x="1935672" y="2480130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7E0EC-E373-4A2F-9398-4DBA34514CF5}"/>
              </a:ext>
            </a:extLst>
          </p:cNvPr>
          <p:cNvSpPr txBox="1"/>
          <p:nvPr/>
        </p:nvSpPr>
        <p:spPr>
          <a:xfrm>
            <a:off x="3514441" y="2480130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BAD0F-F1AE-43A4-A8BB-5FDBC2DB6181}"/>
              </a:ext>
            </a:extLst>
          </p:cNvPr>
          <p:cNvSpPr txBox="1"/>
          <p:nvPr/>
        </p:nvSpPr>
        <p:spPr>
          <a:xfrm>
            <a:off x="4024924" y="4865314"/>
            <a:ext cx="252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전일 대비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00%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증감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0416A-A32E-4AB5-A3EB-99B404F7E5AF}"/>
              </a:ext>
            </a:extLst>
          </p:cNvPr>
          <p:cNvSpPr txBox="1"/>
          <p:nvPr/>
        </p:nvSpPr>
        <p:spPr>
          <a:xfrm>
            <a:off x="471034" y="3478182"/>
            <a:ext cx="252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감정도</a:t>
            </a:r>
          </a:p>
        </p:txBody>
      </p:sp>
      <p:sp>
        <p:nvSpPr>
          <p:cNvPr id="18" name="제목 5">
            <a:extLst>
              <a:ext uri="{FF2B5EF4-FFF2-40B4-BE49-F238E27FC236}">
                <a16:creationId xmlns:a16="http://schemas.microsoft.com/office/drawing/2014/main" id="{5CD91317-5577-4A60-B837-B84311A785AA}"/>
              </a:ext>
            </a:extLst>
          </p:cNvPr>
          <p:cNvSpPr txBox="1">
            <a:spLocks/>
          </p:cNvSpPr>
          <p:nvPr/>
        </p:nvSpPr>
        <p:spPr>
          <a:xfrm>
            <a:off x="96441" y="660471"/>
            <a:ext cx="2632472" cy="5831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1. </a:t>
            </a:r>
            <a:r>
              <a:rPr lang="ko-KR" altLang="en-US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버닝썬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339C7E7-20FC-4308-A1C8-09BE9333FB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89" y="84194"/>
            <a:ext cx="1057411" cy="105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2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22FF560-D9C0-4DC7-9ED7-670A12D40587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FE3495-FD99-4BFE-B9EF-31C76239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438706"/>
            <a:ext cx="5143500" cy="381221"/>
          </a:xfrm>
        </p:spPr>
        <p:txBody>
          <a:bodyPr>
            <a:noAutofit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TOP 10 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종합 뉴스 키워드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890B74-08FF-4443-98F6-AF50E2BA7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213818"/>
            <a:ext cx="5143500" cy="305657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2019.03.01 (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월</a:t>
            </a:r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2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6CD867-EDB4-44F0-93D9-E2E07F34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89" y="84194"/>
            <a:ext cx="1057411" cy="105741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291E1EB-5C1B-4836-8736-1B28FF98135E}"/>
              </a:ext>
            </a:extLst>
          </p:cNvPr>
          <p:cNvCxnSpPr/>
          <p:nvPr/>
        </p:nvCxnSpPr>
        <p:spPr>
          <a:xfrm>
            <a:off x="2360190" y="824935"/>
            <a:ext cx="213762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569E22-8A90-4020-8EC3-E639CCEAD36F}"/>
              </a:ext>
            </a:extLst>
          </p:cNvPr>
          <p:cNvSpPr/>
          <p:nvPr/>
        </p:nvSpPr>
        <p:spPr>
          <a:xfrm>
            <a:off x="755026" y="900439"/>
            <a:ext cx="5384602" cy="4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46FBA7-0EA9-4724-B944-AD6C43CE4DB2}"/>
              </a:ext>
            </a:extLst>
          </p:cNvPr>
          <p:cNvSpPr txBox="1"/>
          <p:nvPr/>
        </p:nvSpPr>
        <p:spPr>
          <a:xfrm>
            <a:off x="721470" y="964503"/>
            <a:ext cx="599267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순위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FD5375-8C5D-46DA-BB92-D288E9AAD8E8}"/>
              </a:ext>
            </a:extLst>
          </p:cNvPr>
          <p:cNvSpPr txBox="1"/>
          <p:nvPr/>
        </p:nvSpPr>
        <p:spPr>
          <a:xfrm>
            <a:off x="1557350" y="958320"/>
            <a:ext cx="81121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키워드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F68C86-8A0F-48FB-A713-27331F5F49EE}"/>
              </a:ext>
            </a:extLst>
          </p:cNvPr>
          <p:cNvSpPr txBox="1"/>
          <p:nvPr/>
        </p:nvSpPr>
        <p:spPr>
          <a:xfrm>
            <a:off x="5080781" y="964503"/>
            <a:ext cx="86455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관심도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BB811D-EDD9-4C5D-BAB3-4613C1AFEC51}"/>
              </a:ext>
            </a:extLst>
          </p:cNvPr>
          <p:cNvSpPr txBox="1"/>
          <p:nvPr/>
        </p:nvSpPr>
        <p:spPr>
          <a:xfrm>
            <a:off x="3687750" y="964503"/>
            <a:ext cx="86455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75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감정도</a:t>
            </a:r>
            <a:endParaRPr lang="ko-KR" altLang="en-US" sz="1013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D97E191D-D940-43DB-84EB-43F206FEFCFD}"/>
              </a:ext>
            </a:extLst>
          </p:cNvPr>
          <p:cNvSpPr/>
          <p:nvPr/>
        </p:nvSpPr>
        <p:spPr>
          <a:xfrm>
            <a:off x="7141584" y="2313392"/>
            <a:ext cx="234555" cy="88098"/>
          </a:xfrm>
          <a:prstGeom prst="triangle">
            <a:avLst/>
          </a:prstGeom>
          <a:solidFill>
            <a:srgbClr val="FA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25885A-C1AD-4068-9578-AE60CC33FF5A}"/>
              </a:ext>
            </a:extLst>
          </p:cNvPr>
          <p:cNvGrpSpPr/>
          <p:nvPr/>
        </p:nvGrpSpPr>
        <p:grpSpPr>
          <a:xfrm>
            <a:off x="755026" y="1354926"/>
            <a:ext cx="5459611" cy="477770"/>
            <a:chOff x="637580" y="1361559"/>
            <a:chExt cx="5459611" cy="47777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23285B4-0C1D-433A-82E3-0C9B696F2A42}"/>
                </a:ext>
              </a:extLst>
            </p:cNvPr>
            <p:cNvSpPr/>
            <p:nvPr/>
          </p:nvSpPr>
          <p:spPr>
            <a:xfrm>
              <a:off x="2207419" y="1380315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922EA17-BDE0-4133-9C18-ECE7802CEF5A}"/>
                </a:ext>
              </a:extLst>
            </p:cNvPr>
            <p:cNvSpPr/>
            <p:nvPr/>
          </p:nvSpPr>
          <p:spPr>
            <a:xfrm>
              <a:off x="637580" y="1361559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29CF62-A323-4741-AE45-9EF8E8D95B67}"/>
                </a:ext>
              </a:extLst>
            </p:cNvPr>
            <p:cNvSpPr txBox="1"/>
            <p:nvPr/>
          </p:nvSpPr>
          <p:spPr>
            <a:xfrm>
              <a:off x="707231" y="1400747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636A79-8B31-4868-B50C-0A7281CF8C8E}"/>
                </a:ext>
              </a:extLst>
            </p:cNvPr>
            <p:cNvSpPr txBox="1"/>
            <p:nvPr/>
          </p:nvSpPr>
          <p:spPr>
            <a:xfrm>
              <a:off x="1130498" y="143537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095B7C-7190-4372-B42C-A1F2916D36CF}"/>
                </a:ext>
              </a:extLst>
            </p:cNvPr>
            <p:cNvSpPr txBox="1"/>
            <p:nvPr/>
          </p:nvSpPr>
          <p:spPr>
            <a:xfrm>
              <a:off x="3214687" y="143537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60CA0B-5FBE-40BE-B213-88BE5B7EE086}"/>
                </a:ext>
              </a:extLst>
            </p:cNvPr>
            <p:cNvSpPr txBox="1"/>
            <p:nvPr/>
          </p:nvSpPr>
          <p:spPr>
            <a:xfrm>
              <a:off x="4597003" y="143537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4A7C9083-D45B-4D86-AFE8-77995CE33007}"/>
                </a:ext>
              </a:extLst>
            </p:cNvPr>
            <p:cNvSpPr/>
            <p:nvPr/>
          </p:nvSpPr>
          <p:spPr>
            <a:xfrm>
              <a:off x="4174330" y="1511742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53" name="이등변 삼각형 52">
              <a:extLst>
                <a:ext uri="{FF2B5EF4-FFF2-40B4-BE49-F238E27FC236}">
                  <a16:creationId xmlns:a16="http://schemas.microsoft.com/office/drawing/2014/main" id="{11CA9466-2889-4648-A2D1-11A8EE2974E9}"/>
                </a:ext>
              </a:extLst>
            </p:cNvPr>
            <p:cNvSpPr/>
            <p:nvPr/>
          </p:nvSpPr>
          <p:spPr>
            <a:xfrm rot="10800000">
              <a:off x="5486400" y="1527604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2206722-D6B6-4481-B3EC-A644981EA3B2}"/>
              </a:ext>
            </a:extLst>
          </p:cNvPr>
          <p:cNvCxnSpPr>
            <a:cxnSpLocks/>
          </p:cNvCxnSpPr>
          <p:nvPr/>
        </p:nvCxnSpPr>
        <p:spPr>
          <a:xfrm>
            <a:off x="7113815" y="2735817"/>
            <a:ext cx="228034" cy="0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3F2FD2A-D316-4774-8205-A215A470FCBE}"/>
              </a:ext>
            </a:extLst>
          </p:cNvPr>
          <p:cNvGrpSpPr/>
          <p:nvPr/>
        </p:nvGrpSpPr>
        <p:grpSpPr>
          <a:xfrm>
            <a:off x="755026" y="1882183"/>
            <a:ext cx="5470327" cy="477770"/>
            <a:chOff x="637580" y="1849120"/>
            <a:chExt cx="5470327" cy="47777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BAD732-7B18-47D0-86AD-7AC4586E43E5}"/>
                </a:ext>
              </a:extLst>
            </p:cNvPr>
            <p:cNvSpPr/>
            <p:nvPr/>
          </p:nvSpPr>
          <p:spPr>
            <a:xfrm>
              <a:off x="2207419" y="1867876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3" name="직사각형 7">
              <a:extLst>
                <a:ext uri="{FF2B5EF4-FFF2-40B4-BE49-F238E27FC236}">
                  <a16:creationId xmlns:a16="http://schemas.microsoft.com/office/drawing/2014/main" id="{D12692C2-AC10-4C7A-90F0-83739BA0DB32}"/>
                </a:ext>
              </a:extLst>
            </p:cNvPr>
            <p:cNvSpPr/>
            <p:nvPr/>
          </p:nvSpPr>
          <p:spPr>
            <a:xfrm>
              <a:off x="637580" y="1849120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F41AAC-5E22-4998-A690-2E5AFC99783A}"/>
                </a:ext>
              </a:extLst>
            </p:cNvPr>
            <p:cNvSpPr txBox="1"/>
            <p:nvPr/>
          </p:nvSpPr>
          <p:spPr>
            <a:xfrm>
              <a:off x="712589" y="1888308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469F70-5F60-4053-8614-0A7848BF5A5A}"/>
                </a:ext>
              </a:extLst>
            </p:cNvPr>
            <p:cNvSpPr txBox="1"/>
            <p:nvPr/>
          </p:nvSpPr>
          <p:spPr>
            <a:xfrm>
              <a:off x="1130498" y="1922933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4C69AA-122C-4D95-A5F0-087E5F71A3E5}"/>
                </a:ext>
              </a:extLst>
            </p:cNvPr>
            <p:cNvSpPr txBox="1"/>
            <p:nvPr/>
          </p:nvSpPr>
          <p:spPr>
            <a:xfrm>
              <a:off x="3225403" y="1912218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F25218-6AC1-4D43-A060-8C2C61D6F538}"/>
                </a:ext>
              </a:extLst>
            </p:cNvPr>
            <p:cNvSpPr txBox="1"/>
            <p:nvPr/>
          </p:nvSpPr>
          <p:spPr>
            <a:xfrm>
              <a:off x="4607719" y="1912218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093FCB6A-E86B-4E9F-9337-E5C287AAD466}"/>
                </a:ext>
              </a:extLst>
            </p:cNvPr>
            <p:cNvSpPr/>
            <p:nvPr/>
          </p:nvSpPr>
          <p:spPr>
            <a:xfrm>
              <a:off x="4171652" y="1994846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B4EB2523-299F-4BC5-904E-7D85AEFF5B27}"/>
                </a:ext>
              </a:extLst>
            </p:cNvPr>
            <p:cNvSpPr/>
            <p:nvPr/>
          </p:nvSpPr>
          <p:spPr>
            <a:xfrm rot="10800000">
              <a:off x="5486400" y="1988588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DA4BFF7-A074-46B1-B021-9499EE2E1A88}"/>
              </a:ext>
            </a:extLst>
          </p:cNvPr>
          <p:cNvGrpSpPr/>
          <p:nvPr/>
        </p:nvGrpSpPr>
        <p:grpSpPr>
          <a:xfrm>
            <a:off x="755026" y="2409440"/>
            <a:ext cx="5475684" cy="477770"/>
            <a:chOff x="637580" y="2363470"/>
            <a:chExt cx="5475684" cy="47777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4B844F8-43D4-49FC-BC66-6BAFDE74E7A5}"/>
                </a:ext>
              </a:extLst>
            </p:cNvPr>
            <p:cNvSpPr/>
            <p:nvPr/>
          </p:nvSpPr>
          <p:spPr>
            <a:xfrm>
              <a:off x="2207419" y="2382226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6" name="직사각형 7">
              <a:extLst>
                <a:ext uri="{FF2B5EF4-FFF2-40B4-BE49-F238E27FC236}">
                  <a16:creationId xmlns:a16="http://schemas.microsoft.com/office/drawing/2014/main" id="{4D75E968-F32B-498C-96F9-4E07871FF3CD}"/>
                </a:ext>
              </a:extLst>
            </p:cNvPr>
            <p:cNvSpPr/>
            <p:nvPr/>
          </p:nvSpPr>
          <p:spPr>
            <a:xfrm>
              <a:off x="637580" y="2363470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16D6BB-83A9-4567-B2D0-3AD7E58AB5B5}"/>
                </a:ext>
              </a:extLst>
            </p:cNvPr>
            <p:cNvSpPr txBox="1"/>
            <p:nvPr/>
          </p:nvSpPr>
          <p:spPr>
            <a:xfrm>
              <a:off x="717947" y="2402658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13173D-B5CF-42C0-B3A8-4340016566F3}"/>
                </a:ext>
              </a:extLst>
            </p:cNvPr>
            <p:cNvSpPr txBox="1"/>
            <p:nvPr/>
          </p:nvSpPr>
          <p:spPr>
            <a:xfrm>
              <a:off x="1135856" y="2437283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1C386F-94BB-43BA-8D9E-4535838D6954}"/>
                </a:ext>
              </a:extLst>
            </p:cNvPr>
            <p:cNvSpPr txBox="1"/>
            <p:nvPr/>
          </p:nvSpPr>
          <p:spPr>
            <a:xfrm>
              <a:off x="3230761" y="2421210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87E337-14EB-407F-B57C-89649FBB12F0}"/>
                </a:ext>
              </a:extLst>
            </p:cNvPr>
            <p:cNvSpPr txBox="1"/>
            <p:nvPr/>
          </p:nvSpPr>
          <p:spPr>
            <a:xfrm>
              <a:off x="4613076" y="2421210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8" name="이등변 삼각형 47">
              <a:extLst>
                <a:ext uri="{FF2B5EF4-FFF2-40B4-BE49-F238E27FC236}">
                  <a16:creationId xmlns:a16="http://schemas.microsoft.com/office/drawing/2014/main" id="{4D1FC3AD-5CA6-4237-AB9B-93B8F7EEC08D}"/>
                </a:ext>
              </a:extLst>
            </p:cNvPr>
            <p:cNvSpPr/>
            <p:nvPr/>
          </p:nvSpPr>
          <p:spPr>
            <a:xfrm>
              <a:off x="4168080" y="2516340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58" name="이등변 삼각형 57">
              <a:extLst>
                <a:ext uri="{FF2B5EF4-FFF2-40B4-BE49-F238E27FC236}">
                  <a16:creationId xmlns:a16="http://schemas.microsoft.com/office/drawing/2014/main" id="{F9AD91B0-3223-4A82-BABF-58BA058F3314}"/>
                </a:ext>
              </a:extLst>
            </p:cNvPr>
            <p:cNvSpPr/>
            <p:nvPr/>
          </p:nvSpPr>
          <p:spPr>
            <a:xfrm rot="10800000">
              <a:off x="5486400" y="2516340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8EE924F-5E95-4AAF-B4BD-934599CD41DB}"/>
              </a:ext>
            </a:extLst>
          </p:cNvPr>
          <p:cNvGrpSpPr/>
          <p:nvPr/>
        </p:nvGrpSpPr>
        <p:grpSpPr>
          <a:xfrm>
            <a:off x="755026" y="2936697"/>
            <a:ext cx="5481042" cy="477771"/>
            <a:chOff x="637580" y="2893893"/>
            <a:chExt cx="5481042" cy="477771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B7F0C12-13E9-40E3-9EED-7B7AD517F233}"/>
                </a:ext>
              </a:extLst>
            </p:cNvPr>
            <p:cNvSpPr/>
            <p:nvPr/>
          </p:nvSpPr>
          <p:spPr>
            <a:xfrm>
              <a:off x="2207419" y="2912650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9" name="직사각형 7">
              <a:extLst>
                <a:ext uri="{FF2B5EF4-FFF2-40B4-BE49-F238E27FC236}">
                  <a16:creationId xmlns:a16="http://schemas.microsoft.com/office/drawing/2014/main" id="{8A906F72-F533-4F23-B562-07E58E58852D}"/>
                </a:ext>
              </a:extLst>
            </p:cNvPr>
            <p:cNvSpPr/>
            <p:nvPr/>
          </p:nvSpPr>
          <p:spPr>
            <a:xfrm>
              <a:off x="637580" y="2893893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F5ACE2-2EB3-437C-89E4-AC6B4B319160}"/>
                </a:ext>
              </a:extLst>
            </p:cNvPr>
            <p:cNvSpPr txBox="1"/>
            <p:nvPr/>
          </p:nvSpPr>
          <p:spPr>
            <a:xfrm>
              <a:off x="723305" y="2933082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4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D52D42-4410-4C93-AFBA-E09E0A4B10E3}"/>
                </a:ext>
              </a:extLst>
            </p:cNvPr>
            <p:cNvSpPr txBox="1"/>
            <p:nvPr/>
          </p:nvSpPr>
          <p:spPr>
            <a:xfrm>
              <a:off x="1128974" y="2967707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88407F-5D70-4AE5-B8AC-AD8E89EE4C00}"/>
                </a:ext>
              </a:extLst>
            </p:cNvPr>
            <p:cNvSpPr txBox="1"/>
            <p:nvPr/>
          </p:nvSpPr>
          <p:spPr>
            <a:xfrm>
              <a:off x="3236119" y="295699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E0E5F5-6C87-4415-A84F-327D2E32FCD5}"/>
                </a:ext>
              </a:extLst>
            </p:cNvPr>
            <p:cNvSpPr txBox="1"/>
            <p:nvPr/>
          </p:nvSpPr>
          <p:spPr>
            <a:xfrm>
              <a:off x="4618434" y="295699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4CF1962E-DF20-4785-B806-A79DACD5F4D0}"/>
                </a:ext>
              </a:extLst>
            </p:cNvPr>
            <p:cNvSpPr/>
            <p:nvPr/>
          </p:nvSpPr>
          <p:spPr>
            <a:xfrm>
              <a:off x="4168080" y="3048558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24DE27DE-6B13-42F0-BE97-B5028DBD48CF}"/>
                </a:ext>
              </a:extLst>
            </p:cNvPr>
            <p:cNvSpPr/>
            <p:nvPr/>
          </p:nvSpPr>
          <p:spPr>
            <a:xfrm rot="10800000">
              <a:off x="5486400" y="3048558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9BA25D0-F0D2-46EB-B3AF-0565273A270C}"/>
              </a:ext>
            </a:extLst>
          </p:cNvPr>
          <p:cNvGrpSpPr/>
          <p:nvPr/>
        </p:nvGrpSpPr>
        <p:grpSpPr>
          <a:xfrm>
            <a:off x="755026" y="3463955"/>
            <a:ext cx="5481042" cy="477770"/>
            <a:chOff x="637580" y="3472537"/>
            <a:chExt cx="5481042" cy="47777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A95894-ADD7-4DB9-985F-E61734A70F42}"/>
                </a:ext>
              </a:extLst>
            </p:cNvPr>
            <p:cNvSpPr/>
            <p:nvPr/>
          </p:nvSpPr>
          <p:spPr>
            <a:xfrm>
              <a:off x="2207419" y="3491294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22" name="직사각형 7">
              <a:extLst>
                <a:ext uri="{FF2B5EF4-FFF2-40B4-BE49-F238E27FC236}">
                  <a16:creationId xmlns:a16="http://schemas.microsoft.com/office/drawing/2014/main" id="{72B842C6-AF09-48E6-A9FC-223813C84A42}"/>
                </a:ext>
              </a:extLst>
            </p:cNvPr>
            <p:cNvSpPr/>
            <p:nvPr/>
          </p:nvSpPr>
          <p:spPr>
            <a:xfrm>
              <a:off x="637580" y="3472537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397F58-262E-4571-AA0C-B3A7F4700E51}"/>
                </a:ext>
              </a:extLst>
            </p:cNvPr>
            <p:cNvSpPr txBox="1"/>
            <p:nvPr/>
          </p:nvSpPr>
          <p:spPr>
            <a:xfrm>
              <a:off x="637580" y="3511725"/>
              <a:ext cx="535781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5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E006EE-96C4-4ADC-86D2-87A6810A8F08}"/>
                </a:ext>
              </a:extLst>
            </p:cNvPr>
            <p:cNvSpPr txBox="1"/>
            <p:nvPr/>
          </p:nvSpPr>
          <p:spPr>
            <a:xfrm>
              <a:off x="1128974" y="354635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04DB57-6B03-464E-A95B-084AAEFBE872}"/>
                </a:ext>
              </a:extLst>
            </p:cNvPr>
            <p:cNvSpPr txBox="1"/>
            <p:nvPr/>
          </p:nvSpPr>
          <p:spPr>
            <a:xfrm>
              <a:off x="3236119" y="3535635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C7143B-6EAC-4F84-8D38-A66902E1F191}"/>
                </a:ext>
              </a:extLst>
            </p:cNvPr>
            <p:cNvSpPr txBox="1"/>
            <p:nvPr/>
          </p:nvSpPr>
          <p:spPr>
            <a:xfrm>
              <a:off x="4618434" y="3535635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ABE36EA4-799A-4017-B3E7-5BCB78B6E1FF}"/>
                </a:ext>
              </a:extLst>
            </p:cNvPr>
            <p:cNvSpPr/>
            <p:nvPr/>
          </p:nvSpPr>
          <p:spPr>
            <a:xfrm>
              <a:off x="4170758" y="3625873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AAEFB174-1C30-4199-8C6E-3E20E1B4F888}"/>
                </a:ext>
              </a:extLst>
            </p:cNvPr>
            <p:cNvSpPr/>
            <p:nvPr/>
          </p:nvSpPr>
          <p:spPr>
            <a:xfrm rot="10800000">
              <a:off x="5483029" y="3622720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D3B12BA1-D614-43FA-8C6D-60E96A0E2239}"/>
              </a:ext>
            </a:extLst>
          </p:cNvPr>
          <p:cNvSpPr/>
          <p:nvPr/>
        </p:nvSpPr>
        <p:spPr>
          <a:xfrm rot="10800000">
            <a:off x="7141584" y="2500488"/>
            <a:ext cx="234555" cy="88098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A20B3418-E807-4D62-917D-338CE987BDAE}"/>
              </a:ext>
            </a:extLst>
          </p:cNvPr>
          <p:cNvGrpSpPr/>
          <p:nvPr/>
        </p:nvGrpSpPr>
        <p:grpSpPr>
          <a:xfrm>
            <a:off x="759680" y="3991212"/>
            <a:ext cx="5459611" cy="477770"/>
            <a:chOff x="642234" y="3989265"/>
            <a:chExt cx="5459611" cy="477770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395133B-AE8C-44E3-A36A-A0A53A8ED6E5}"/>
                </a:ext>
              </a:extLst>
            </p:cNvPr>
            <p:cNvSpPr/>
            <p:nvPr/>
          </p:nvSpPr>
          <p:spPr>
            <a:xfrm>
              <a:off x="2212073" y="4008021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62" name="직사각형 7">
              <a:extLst>
                <a:ext uri="{FF2B5EF4-FFF2-40B4-BE49-F238E27FC236}">
                  <a16:creationId xmlns:a16="http://schemas.microsoft.com/office/drawing/2014/main" id="{2693DA8A-8023-4A55-A45A-69B21BC3293F}"/>
                </a:ext>
              </a:extLst>
            </p:cNvPr>
            <p:cNvSpPr/>
            <p:nvPr/>
          </p:nvSpPr>
          <p:spPr>
            <a:xfrm>
              <a:off x="642234" y="3989265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A2662B-BF03-4A76-8533-21AAF1274D07}"/>
                </a:ext>
              </a:extLst>
            </p:cNvPr>
            <p:cNvSpPr txBox="1"/>
            <p:nvPr/>
          </p:nvSpPr>
          <p:spPr>
            <a:xfrm>
              <a:off x="711885" y="4028453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6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46807B0-78E5-4E47-A066-67EF2EA3012F}"/>
                </a:ext>
              </a:extLst>
            </p:cNvPr>
            <p:cNvSpPr txBox="1"/>
            <p:nvPr/>
          </p:nvSpPr>
          <p:spPr>
            <a:xfrm>
              <a:off x="1135152" y="4063078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757779B-D446-4F45-B11B-D34D8D574F00}"/>
                </a:ext>
              </a:extLst>
            </p:cNvPr>
            <p:cNvSpPr txBox="1"/>
            <p:nvPr/>
          </p:nvSpPr>
          <p:spPr>
            <a:xfrm>
              <a:off x="3219341" y="4063078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4DC9B20-74ED-43E1-AF08-8823885BAA64}"/>
                </a:ext>
              </a:extLst>
            </p:cNvPr>
            <p:cNvSpPr txBox="1"/>
            <p:nvPr/>
          </p:nvSpPr>
          <p:spPr>
            <a:xfrm>
              <a:off x="4601657" y="4063078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1" name="이등변 삼각형 90">
              <a:extLst>
                <a:ext uri="{FF2B5EF4-FFF2-40B4-BE49-F238E27FC236}">
                  <a16:creationId xmlns:a16="http://schemas.microsoft.com/office/drawing/2014/main" id="{630F005F-05E0-4345-8510-4F3C4A62506F}"/>
                </a:ext>
              </a:extLst>
            </p:cNvPr>
            <p:cNvSpPr/>
            <p:nvPr/>
          </p:nvSpPr>
          <p:spPr>
            <a:xfrm>
              <a:off x="4178984" y="4139448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96" name="이등변 삼각형 95">
              <a:extLst>
                <a:ext uri="{FF2B5EF4-FFF2-40B4-BE49-F238E27FC236}">
                  <a16:creationId xmlns:a16="http://schemas.microsoft.com/office/drawing/2014/main" id="{FB1EB26C-F899-4509-A970-DFFE8E3DC0D3}"/>
                </a:ext>
              </a:extLst>
            </p:cNvPr>
            <p:cNvSpPr/>
            <p:nvPr/>
          </p:nvSpPr>
          <p:spPr>
            <a:xfrm rot="10800000">
              <a:off x="5491054" y="4155310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08717A3F-17DE-47BA-B03B-D6A3B09061A3}"/>
              </a:ext>
            </a:extLst>
          </p:cNvPr>
          <p:cNvGrpSpPr/>
          <p:nvPr/>
        </p:nvGrpSpPr>
        <p:grpSpPr>
          <a:xfrm>
            <a:off x="759680" y="4518469"/>
            <a:ext cx="5470327" cy="477770"/>
            <a:chOff x="642234" y="4476826"/>
            <a:chExt cx="5470327" cy="47777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981AB45-31BB-4E03-B202-D4B01BF091BF}"/>
                </a:ext>
              </a:extLst>
            </p:cNvPr>
            <p:cNvSpPr/>
            <p:nvPr/>
          </p:nvSpPr>
          <p:spPr>
            <a:xfrm>
              <a:off x="2212073" y="4495582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65" name="직사각형 7">
              <a:extLst>
                <a:ext uri="{FF2B5EF4-FFF2-40B4-BE49-F238E27FC236}">
                  <a16:creationId xmlns:a16="http://schemas.microsoft.com/office/drawing/2014/main" id="{A7677678-DC3C-457C-8FFF-E1AECFD0005E}"/>
                </a:ext>
              </a:extLst>
            </p:cNvPr>
            <p:cNvSpPr/>
            <p:nvPr/>
          </p:nvSpPr>
          <p:spPr>
            <a:xfrm>
              <a:off x="642234" y="4476826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A4F1CA2-412C-4C9E-B39F-CF0CCD8F5D79}"/>
                </a:ext>
              </a:extLst>
            </p:cNvPr>
            <p:cNvSpPr txBox="1"/>
            <p:nvPr/>
          </p:nvSpPr>
          <p:spPr>
            <a:xfrm>
              <a:off x="717243" y="4516014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4914771-30A0-4470-82B3-B7F7BF106F80}"/>
                </a:ext>
              </a:extLst>
            </p:cNvPr>
            <p:cNvSpPr txBox="1"/>
            <p:nvPr/>
          </p:nvSpPr>
          <p:spPr>
            <a:xfrm>
              <a:off x="1135152" y="4550639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3A2F6BA-5A0E-4465-804A-B33A66B9625F}"/>
                </a:ext>
              </a:extLst>
            </p:cNvPr>
            <p:cNvSpPr txBox="1"/>
            <p:nvPr/>
          </p:nvSpPr>
          <p:spPr>
            <a:xfrm>
              <a:off x="3230057" y="4539924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250807-EB19-4AAE-83D9-B297B71E3A65}"/>
                </a:ext>
              </a:extLst>
            </p:cNvPr>
            <p:cNvSpPr txBox="1"/>
            <p:nvPr/>
          </p:nvSpPr>
          <p:spPr>
            <a:xfrm>
              <a:off x="4612373" y="4539924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2" name="이등변 삼각형 91">
              <a:extLst>
                <a:ext uri="{FF2B5EF4-FFF2-40B4-BE49-F238E27FC236}">
                  <a16:creationId xmlns:a16="http://schemas.microsoft.com/office/drawing/2014/main" id="{526B0889-1B17-4A5B-B560-2770502932A2}"/>
                </a:ext>
              </a:extLst>
            </p:cNvPr>
            <p:cNvSpPr/>
            <p:nvPr/>
          </p:nvSpPr>
          <p:spPr>
            <a:xfrm>
              <a:off x="4176306" y="4622552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7C8631EF-9964-4B73-8EEE-F16A7F499918}"/>
                </a:ext>
              </a:extLst>
            </p:cNvPr>
            <p:cNvSpPr/>
            <p:nvPr/>
          </p:nvSpPr>
          <p:spPr>
            <a:xfrm rot="10800000">
              <a:off x="5491054" y="4616294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2DBB646-3DAD-4031-AF7B-D813E015B0D6}"/>
              </a:ext>
            </a:extLst>
          </p:cNvPr>
          <p:cNvGrpSpPr/>
          <p:nvPr/>
        </p:nvGrpSpPr>
        <p:grpSpPr>
          <a:xfrm>
            <a:off x="759680" y="5045726"/>
            <a:ext cx="5475684" cy="477770"/>
            <a:chOff x="642234" y="4991176"/>
            <a:chExt cx="5475684" cy="477770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1921252D-A908-4A6E-B9AB-1F137617E313}"/>
                </a:ext>
              </a:extLst>
            </p:cNvPr>
            <p:cNvSpPr/>
            <p:nvPr/>
          </p:nvSpPr>
          <p:spPr>
            <a:xfrm>
              <a:off x="2212073" y="5009932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68" name="직사각형 7">
              <a:extLst>
                <a:ext uri="{FF2B5EF4-FFF2-40B4-BE49-F238E27FC236}">
                  <a16:creationId xmlns:a16="http://schemas.microsoft.com/office/drawing/2014/main" id="{1A6B1818-6CEE-4DDF-B721-9940C8622948}"/>
                </a:ext>
              </a:extLst>
            </p:cNvPr>
            <p:cNvSpPr/>
            <p:nvPr/>
          </p:nvSpPr>
          <p:spPr>
            <a:xfrm>
              <a:off x="642234" y="4991176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76962B6-5DD2-4200-BD77-7F30595D54E0}"/>
                </a:ext>
              </a:extLst>
            </p:cNvPr>
            <p:cNvSpPr txBox="1"/>
            <p:nvPr/>
          </p:nvSpPr>
          <p:spPr>
            <a:xfrm>
              <a:off x="722601" y="5030364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172DF0D-323E-4FB9-A7E3-A44D9B63498B}"/>
                </a:ext>
              </a:extLst>
            </p:cNvPr>
            <p:cNvSpPr txBox="1"/>
            <p:nvPr/>
          </p:nvSpPr>
          <p:spPr>
            <a:xfrm>
              <a:off x="1140510" y="5064989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B02F21A-07CC-4D6B-8EC5-3F4B59F4822B}"/>
                </a:ext>
              </a:extLst>
            </p:cNvPr>
            <p:cNvSpPr txBox="1"/>
            <p:nvPr/>
          </p:nvSpPr>
          <p:spPr>
            <a:xfrm>
              <a:off x="3235415" y="5048916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4786328-598C-4048-8081-BAB426741980}"/>
                </a:ext>
              </a:extLst>
            </p:cNvPr>
            <p:cNvSpPr txBox="1"/>
            <p:nvPr/>
          </p:nvSpPr>
          <p:spPr>
            <a:xfrm>
              <a:off x="4617730" y="5048916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3" name="이등변 삼각형 92">
              <a:extLst>
                <a:ext uri="{FF2B5EF4-FFF2-40B4-BE49-F238E27FC236}">
                  <a16:creationId xmlns:a16="http://schemas.microsoft.com/office/drawing/2014/main" id="{A32BCB02-5D02-415F-8E3A-D6DBB1BEF941}"/>
                </a:ext>
              </a:extLst>
            </p:cNvPr>
            <p:cNvSpPr/>
            <p:nvPr/>
          </p:nvSpPr>
          <p:spPr>
            <a:xfrm>
              <a:off x="4172734" y="5144046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A07ED6CE-5E18-4734-8720-2AD9AD20BD07}"/>
                </a:ext>
              </a:extLst>
            </p:cNvPr>
            <p:cNvSpPr/>
            <p:nvPr/>
          </p:nvSpPr>
          <p:spPr>
            <a:xfrm rot="10800000">
              <a:off x="5491054" y="5144046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632D42F3-A8F5-4BAF-AE6C-A604634276A9}"/>
              </a:ext>
            </a:extLst>
          </p:cNvPr>
          <p:cNvGrpSpPr/>
          <p:nvPr/>
        </p:nvGrpSpPr>
        <p:grpSpPr>
          <a:xfrm>
            <a:off x="759680" y="5572983"/>
            <a:ext cx="5481042" cy="477771"/>
            <a:chOff x="642234" y="5521599"/>
            <a:chExt cx="5481042" cy="477771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171E575E-6442-46FD-9F33-D47569E1A422}"/>
                </a:ext>
              </a:extLst>
            </p:cNvPr>
            <p:cNvSpPr/>
            <p:nvPr/>
          </p:nvSpPr>
          <p:spPr>
            <a:xfrm>
              <a:off x="2212073" y="5540356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71" name="직사각형 7">
              <a:extLst>
                <a:ext uri="{FF2B5EF4-FFF2-40B4-BE49-F238E27FC236}">
                  <a16:creationId xmlns:a16="http://schemas.microsoft.com/office/drawing/2014/main" id="{3456CEEF-1C65-4FB6-8E86-190E042941D1}"/>
                </a:ext>
              </a:extLst>
            </p:cNvPr>
            <p:cNvSpPr/>
            <p:nvPr/>
          </p:nvSpPr>
          <p:spPr>
            <a:xfrm>
              <a:off x="642234" y="5521599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DD6A25A-7BD1-4B36-9509-A9C5657F19B2}"/>
                </a:ext>
              </a:extLst>
            </p:cNvPr>
            <p:cNvSpPr txBox="1"/>
            <p:nvPr/>
          </p:nvSpPr>
          <p:spPr>
            <a:xfrm>
              <a:off x="727959" y="5560788"/>
              <a:ext cx="35361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7F2879F-F5EE-4EEE-A46A-041BC08D4DEE}"/>
                </a:ext>
              </a:extLst>
            </p:cNvPr>
            <p:cNvSpPr txBox="1"/>
            <p:nvPr/>
          </p:nvSpPr>
          <p:spPr>
            <a:xfrm>
              <a:off x="1133628" y="5595413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26CB31-4D65-4D07-9D8F-A66D88B46F19}"/>
                </a:ext>
              </a:extLst>
            </p:cNvPr>
            <p:cNvSpPr txBox="1"/>
            <p:nvPr/>
          </p:nvSpPr>
          <p:spPr>
            <a:xfrm>
              <a:off x="3240773" y="5584697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4085FE5-8193-4BCB-AB39-1490451D7072}"/>
                </a:ext>
              </a:extLst>
            </p:cNvPr>
            <p:cNvSpPr txBox="1"/>
            <p:nvPr/>
          </p:nvSpPr>
          <p:spPr>
            <a:xfrm>
              <a:off x="4623088" y="5584697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CE9DA6EB-D360-45B8-9817-692752E07AEA}"/>
                </a:ext>
              </a:extLst>
            </p:cNvPr>
            <p:cNvSpPr/>
            <p:nvPr/>
          </p:nvSpPr>
          <p:spPr>
            <a:xfrm>
              <a:off x="4172734" y="5676264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B9FD0DE2-2255-4B46-8861-F616D0E8DCF5}"/>
                </a:ext>
              </a:extLst>
            </p:cNvPr>
            <p:cNvSpPr/>
            <p:nvPr/>
          </p:nvSpPr>
          <p:spPr>
            <a:xfrm rot="10800000">
              <a:off x="5491054" y="5676264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2C65BA1-97D7-4C57-9FDC-3555BFEB867D}"/>
              </a:ext>
            </a:extLst>
          </p:cNvPr>
          <p:cNvGrpSpPr/>
          <p:nvPr/>
        </p:nvGrpSpPr>
        <p:grpSpPr>
          <a:xfrm>
            <a:off x="759680" y="6100243"/>
            <a:ext cx="5481042" cy="477770"/>
            <a:chOff x="642234" y="6100243"/>
            <a:chExt cx="5481042" cy="477770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D3CA820-0235-45D4-A88E-8C124B14632D}"/>
                </a:ext>
              </a:extLst>
            </p:cNvPr>
            <p:cNvSpPr/>
            <p:nvPr/>
          </p:nvSpPr>
          <p:spPr>
            <a:xfrm>
              <a:off x="2212073" y="6119000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74" name="직사각형 7">
              <a:extLst>
                <a:ext uri="{FF2B5EF4-FFF2-40B4-BE49-F238E27FC236}">
                  <a16:creationId xmlns:a16="http://schemas.microsoft.com/office/drawing/2014/main" id="{91F91277-FDA1-4E06-BF4A-6C1102F27210}"/>
                </a:ext>
              </a:extLst>
            </p:cNvPr>
            <p:cNvSpPr/>
            <p:nvPr/>
          </p:nvSpPr>
          <p:spPr>
            <a:xfrm>
              <a:off x="642234" y="6100243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3557AA0-3C77-436E-9103-A030B988B349}"/>
                </a:ext>
              </a:extLst>
            </p:cNvPr>
            <p:cNvSpPr txBox="1"/>
            <p:nvPr/>
          </p:nvSpPr>
          <p:spPr>
            <a:xfrm>
              <a:off x="642234" y="6139431"/>
              <a:ext cx="535781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5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10</a:t>
              </a:r>
              <a:endParaRPr lang="ko-KR" altLang="en-US" sz="225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D010AE4-CB75-4838-A585-359598B2D1F1}"/>
                </a:ext>
              </a:extLst>
            </p:cNvPr>
            <p:cNvSpPr txBox="1"/>
            <p:nvPr/>
          </p:nvSpPr>
          <p:spPr>
            <a:xfrm>
              <a:off x="1133628" y="6174057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0D36AF2-E722-4024-BF1F-20419E888FA4}"/>
                </a:ext>
              </a:extLst>
            </p:cNvPr>
            <p:cNvSpPr txBox="1"/>
            <p:nvPr/>
          </p:nvSpPr>
          <p:spPr>
            <a:xfrm>
              <a:off x="3240773" y="616334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247233-F195-40E2-8F68-CBC6E5E41B54}"/>
                </a:ext>
              </a:extLst>
            </p:cNvPr>
            <p:cNvSpPr txBox="1"/>
            <p:nvPr/>
          </p:nvSpPr>
          <p:spPr>
            <a:xfrm>
              <a:off x="4623088" y="6163341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5" name="이등변 삼각형 94">
              <a:extLst>
                <a:ext uri="{FF2B5EF4-FFF2-40B4-BE49-F238E27FC236}">
                  <a16:creationId xmlns:a16="http://schemas.microsoft.com/office/drawing/2014/main" id="{BD23A669-945C-4174-BEAB-51E3E5044FAB}"/>
                </a:ext>
              </a:extLst>
            </p:cNvPr>
            <p:cNvSpPr/>
            <p:nvPr/>
          </p:nvSpPr>
          <p:spPr>
            <a:xfrm>
              <a:off x="4175412" y="6253579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  <p:sp>
          <p:nvSpPr>
            <p:cNvPr id="100" name="이등변 삼각형 99">
              <a:extLst>
                <a:ext uri="{FF2B5EF4-FFF2-40B4-BE49-F238E27FC236}">
                  <a16:creationId xmlns:a16="http://schemas.microsoft.com/office/drawing/2014/main" id="{505F8D44-829B-443E-A32C-7FD9433E1944}"/>
                </a:ext>
              </a:extLst>
            </p:cNvPr>
            <p:cNvSpPr/>
            <p:nvPr/>
          </p:nvSpPr>
          <p:spPr>
            <a:xfrm rot="10800000">
              <a:off x="5487683" y="6250426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237419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624</TotalTime>
  <Words>196</Words>
  <Application>Microsoft Office PowerPoint</Application>
  <PresentationFormat>사용자 지정</PresentationFormat>
  <Paragraphs>120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나눔고딕 ExtraBold</vt:lpstr>
      <vt:lpstr>배달의민족 도현</vt:lpstr>
      <vt:lpstr>Arial</vt:lpstr>
      <vt:lpstr>Arial Black</vt:lpstr>
      <vt:lpstr>Calibri</vt:lpstr>
      <vt:lpstr>Calibri Light</vt:lpstr>
      <vt:lpstr>Office 테마</vt:lpstr>
      <vt:lpstr>19년 3월 29일 (금) TOP 10 종합뉴스 키워드</vt:lpstr>
      <vt:lpstr>TOP 10 종합 뉴스 키워드</vt:lpstr>
      <vt:lpstr>TOP 10 종합 뉴스 키워드</vt:lpstr>
      <vt:lpstr>PowerPoint 프레젠테이션</vt:lpstr>
      <vt:lpstr>1. 버닝썬</vt:lpstr>
      <vt:lpstr>PowerPoint 프레젠테이션</vt:lpstr>
      <vt:lpstr>TOP 10 종합 뉴스 키워드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 DaeHeon</dc:creator>
  <cp:lastModifiedBy>Yun DaeHeon</cp:lastModifiedBy>
  <cp:revision>36</cp:revision>
  <dcterms:created xsi:type="dcterms:W3CDTF">2019-03-25T04:05:54Z</dcterms:created>
  <dcterms:modified xsi:type="dcterms:W3CDTF">2019-03-29T09:36:11Z</dcterms:modified>
</cp:coreProperties>
</file>