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63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0000"/>
    <a:srgbClr val="002E73"/>
    <a:srgbClr val="0068B7"/>
    <a:srgbClr val="FA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932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318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215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655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25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71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32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929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88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57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333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230E1-0E37-4A6E-8FDA-42A619EC2227}" type="datetimeFigureOut">
              <a:rPr lang="ko-KR" altLang="en-US" smtClean="0"/>
              <a:t>2019-03-28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BC17F-5827-41FD-9246-0141CBFC5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3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FC7B4A-7B7D-46D9-AEAA-07F38140EA45}"/>
              </a:ext>
            </a:extLst>
          </p:cNvPr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B5934E-50E2-4070-A0E0-F9EE32232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-1460500"/>
            <a:ext cx="12801600" cy="96012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47DA1D6-3EB8-40D9-8E68-5AC2F0989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7635"/>
            <a:ext cx="12190476" cy="6857143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5DD1D0E9-83F6-4F07-A124-2C6FC3EBC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336" y="4217885"/>
            <a:ext cx="11633200" cy="2387600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19</a:t>
            </a:r>
            <a:r>
              <a:rPr lang="ko-KR" altLang="en-US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년 </a:t>
            </a:r>
            <a:r>
              <a:rPr lang="en-US" altLang="ko-KR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4</a:t>
            </a:r>
            <a:r>
              <a:rPr lang="ko-KR" altLang="en-US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월 </a:t>
            </a:r>
            <a:r>
              <a:rPr lang="en-US" altLang="ko-KR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</a:t>
            </a:r>
            <a:r>
              <a:rPr lang="ko-KR" altLang="en-US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일</a:t>
            </a:r>
            <a:br>
              <a:rPr lang="en-US" altLang="ko-KR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TOP 10 </a:t>
            </a:r>
            <a:r>
              <a:rPr lang="ko-KR" altLang="en-US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종합뉴스 키워드</a:t>
            </a:r>
          </a:p>
        </p:txBody>
      </p:sp>
    </p:spTree>
    <p:extLst>
      <p:ext uri="{BB962C8B-B14F-4D97-AF65-F5344CB8AC3E}">
        <p14:creationId xmlns:p14="http://schemas.microsoft.com/office/powerpoint/2010/main" val="280726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22FF560-D9C0-4DC7-9ED7-670A12D405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FE3495-FD99-4BFE-B9EF-31C76239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0348"/>
            <a:ext cx="9144000" cy="677726"/>
          </a:xfrm>
        </p:spPr>
        <p:txBody>
          <a:bodyPr>
            <a:noAutofit/>
          </a:bodyPr>
          <a:lstStyle/>
          <a:p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TOP 10 </a:t>
            </a:r>
            <a:r>
              <a:rPr lang="ko-KR" altLang="en-US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종합 뉴스 키워드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890B74-08FF-4443-98F6-AF50E2BA7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5347"/>
            <a:ext cx="9144000" cy="543390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2019.04.01 (</a:t>
            </a:r>
            <a:r>
              <a:rPr lang="ko-KR" altLang="en-US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월</a:t>
            </a:r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endParaRPr lang="ko-KR" altLang="en-US" sz="2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6CD867-EDB4-44F0-93D9-E2E07F34BA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034" y="18433"/>
            <a:ext cx="1879842" cy="187984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291E1EB-5C1B-4836-8736-1B28FF98135E}"/>
              </a:ext>
            </a:extLst>
          </p:cNvPr>
          <p:cNvCxnSpPr/>
          <p:nvPr/>
        </p:nvCxnSpPr>
        <p:spPr>
          <a:xfrm>
            <a:off x="4195894" y="1076026"/>
            <a:ext cx="380021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5569E22-8A90-4020-8EC3-E639CCEAD36F}"/>
              </a:ext>
            </a:extLst>
          </p:cNvPr>
          <p:cNvSpPr/>
          <p:nvPr/>
        </p:nvSpPr>
        <p:spPr>
          <a:xfrm>
            <a:off x="1133475" y="1353130"/>
            <a:ext cx="9572626" cy="72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46FBA7-0EA9-4724-B944-AD6C43CE4DB2}"/>
              </a:ext>
            </a:extLst>
          </p:cNvPr>
          <p:cNvSpPr txBox="1"/>
          <p:nvPr/>
        </p:nvSpPr>
        <p:spPr>
          <a:xfrm>
            <a:off x="1133476" y="1467023"/>
            <a:ext cx="1065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순위</a:t>
            </a:r>
            <a:endParaRPr lang="ko-KR" altLang="en-US" sz="1801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FD5375-8C5D-46DA-BB92-D288E9AAD8E8}"/>
              </a:ext>
            </a:extLst>
          </p:cNvPr>
          <p:cNvSpPr txBox="1"/>
          <p:nvPr/>
        </p:nvSpPr>
        <p:spPr>
          <a:xfrm>
            <a:off x="2619485" y="1456031"/>
            <a:ext cx="1442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키워드</a:t>
            </a:r>
            <a:endParaRPr lang="ko-KR" altLang="en-US" sz="1801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F68C86-8A0F-48FB-A713-27331F5F49EE}"/>
              </a:ext>
            </a:extLst>
          </p:cNvPr>
          <p:cNvSpPr txBox="1"/>
          <p:nvPr/>
        </p:nvSpPr>
        <p:spPr>
          <a:xfrm>
            <a:off x="8883362" y="1467023"/>
            <a:ext cx="153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관심도</a:t>
            </a:r>
            <a:endParaRPr lang="ko-KR" altLang="en-US" sz="1801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BB811D-EDD9-4C5D-BAB3-4613C1AFEC51}"/>
              </a:ext>
            </a:extLst>
          </p:cNvPr>
          <p:cNvSpPr txBox="1"/>
          <p:nvPr/>
        </p:nvSpPr>
        <p:spPr>
          <a:xfrm>
            <a:off x="6406862" y="1467023"/>
            <a:ext cx="153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감정도</a:t>
            </a:r>
            <a:endParaRPr lang="ko-KR" altLang="en-US" sz="1801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D97E191D-D940-43DB-84EB-43F206FEFCFD}"/>
              </a:ext>
            </a:extLst>
          </p:cNvPr>
          <p:cNvSpPr/>
          <p:nvPr/>
        </p:nvSpPr>
        <p:spPr>
          <a:xfrm>
            <a:off x="12696149" y="1445697"/>
            <a:ext cx="416987" cy="156619"/>
          </a:xfrm>
          <a:prstGeom prst="triangle">
            <a:avLst/>
          </a:prstGeom>
          <a:solidFill>
            <a:srgbClr val="FA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E25885A-C1AD-4068-9578-AE60CC33FF5A}"/>
              </a:ext>
            </a:extLst>
          </p:cNvPr>
          <p:cNvGrpSpPr/>
          <p:nvPr/>
        </p:nvGrpSpPr>
        <p:grpSpPr>
          <a:xfrm>
            <a:off x="1133477" y="2161107"/>
            <a:ext cx="9705975" cy="777554"/>
            <a:chOff x="637580" y="1361559"/>
            <a:chExt cx="5459611" cy="43737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23285B4-0C1D-433A-82E3-0C9B696F2A42}"/>
                </a:ext>
              </a:extLst>
            </p:cNvPr>
            <p:cNvSpPr/>
            <p:nvPr/>
          </p:nvSpPr>
          <p:spPr>
            <a:xfrm>
              <a:off x="2207419" y="1380315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922EA17-BDE0-4133-9C18-ECE7802CEF5A}"/>
                </a:ext>
              </a:extLst>
            </p:cNvPr>
            <p:cNvSpPr/>
            <p:nvPr/>
          </p:nvSpPr>
          <p:spPr>
            <a:xfrm>
              <a:off x="637580" y="1361559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29CF62-A323-4741-AE45-9EF8E8D95B67}"/>
                </a:ext>
              </a:extLst>
            </p:cNvPr>
            <p:cNvSpPr txBox="1"/>
            <p:nvPr/>
          </p:nvSpPr>
          <p:spPr>
            <a:xfrm>
              <a:off x="707231" y="1400747"/>
              <a:ext cx="353616" cy="398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6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6636A79-8B31-4868-B50C-0A7281CF8C8E}"/>
                </a:ext>
              </a:extLst>
            </p:cNvPr>
            <p:cNvSpPr txBox="1"/>
            <p:nvPr/>
          </p:nvSpPr>
          <p:spPr>
            <a:xfrm>
              <a:off x="1130498" y="1435372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095B7C-7190-4372-B42C-A1F2916D36CF}"/>
                </a:ext>
              </a:extLst>
            </p:cNvPr>
            <p:cNvSpPr txBox="1"/>
            <p:nvPr/>
          </p:nvSpPr>
          <p:spPr>
            <a:xfrm>
              <a:off x="3214687" y="1435372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60CA0B-5FBE-40BE-B213-88BE5B7EE086}"/>
                </a:ext>
              </a:extLst>
            </p:cNvPr>
            <p:cNvSpPr txBox="1"/>
            <p:nvPr/>
          </p:nvSpPr>
          <p:spPr>
            <a:xfrm>
              <a:off x="4597003" y="1435372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4A7C9083-D45B-4D86-AFE8-77995CE33007}"/>
                </a:ext>
              </a:extLst>
            </p:cNvPr>
            <p:cNvSpPr/>
            <p:nvPr/>
          </p:nvSpPr>
          <p:spPr>
            <a:xfrm>
              <a:off x="4174330" y="1511742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53" name="이등변 삼각형 52">
              <a:extLst>
                <a:ext uri="{FF2B5EF4-FFF2-40B4-BE49-F238E27FC236}">
                  <a16:creationId xmlns:a16="http://schemas.microsoft.com/office/drawing/2014/main" id="{11CA9466-2889-4648-A2D1-11A8EE2974E9}"/>
                </a:ext>
              </a:extLst>
            </p:cNvPr>
            <p:cNvSpPr/>
            <p:nvPr/>
          </p:nvSpPr>
          <p:spPr>
            <a:xfrm rot="10800000">
              <a:off x="5486400" y="1527604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2206722-D6B6-4481-B3EC-A644981EA3B2}"/>
              </a:ext>
            </a:extLst>
          </p:cNvPr>
          <p:cNvCxnSpPr>
            <a:cxnSpLocks/>
          </p:cNvCxnSpPr>
          <p:nvPr/>
        </p:nvCxnSpPr>
        <p:spPr>
          <a:xfrm>
            <a:off x="12646782" y="2196675"/>
            <a:ext cx="405394" cy="0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3F2FD2A-D316-4774-8205-A215A470FCBE}"/>
              </a:ext>
            </a:extLst>
          </p:cNvPr>
          <p:cNvGrpSpPr/>
          <p:nvPr/>
        </p:nvGrpSpPr>
        <p:grpSpPr>
          <a:xfrm>
            <a:off x="1133476" y="3098453"/>
            <a:ext cx="9725026" cy="777554"/>
            <a:chOff x="637580" y="1849120"/>
            <a:chExt cx="5470327" cy="43737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2BAD732-7B18-47D0-86AD-7AC4586E43E5}"/>
                </a:ext>
              </a:extLst>
            </p:cNvPr>
            <p:cNvSpPr/>
            <p:nvPr/>
          </p:nvSpPr>
          <p:spPr>
            <a:xfrm>
              <a:off x="2207419" y="1867876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13" name="직사각형 7">
              <a:extLst>
                <a:ext uri="{FF2B5EF4-FFF2-40B4-BE49-F238E27FC236}">
                  <a16:creationId xmlns:a16="http://schemas.microsoft.com/office/drawing/2014/main" id="{D12692C2-AC10-4C7A-90F0-83739BA0DB32}"/>
                </a:ext>
              </a:extLst>
            </p:cNvPr>
            <p:cNvSpPr/>
            <p:nvPr/>
          </p:nvSpPr>
          <p:spPr>
            <a:xfrm>
              <a:off x="637580" y="1849120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F41AAC-5E22-4998-A690-2E5AFC99783A}"/>
                </a:ext>
              </a:extLst>
            </p:cNvPr>
            <p:cNvSpPr txBox="1"/>
            <p:nvPr/>
          </p:nvSpPr>
          <p:spPr>
            <a:xfrm>
              <a:off x="712589" y="1888308"/>
              <a:ext cx="353616" cy="398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7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469F70-5F60-4053-8614-0A7848BF5A5A}"/>
                </a:ext>
              </a:extLst>
            </p:cNvPr>
            <p:cNvSpPr txBox="1"/>
            <p:nvPr/>
          </p:nvSpPr>
          <p:spPr>
            <a:xfrm>
              <a:off x="1130498" y="1922933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C4C69AA-122C-4D95-A5F0-087E5F71A3E5}"/>
                </a:ext>
              </a:extLst>
            </p:cNvPr>
            <p:cNvSpPr txBox="1"/>
            <p:nvPr/>
          </p:nvSpPr>
          <p:spPr>
            <a:xfrm>
              <a:off x="3225403" y="1912218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F25218-6AC1-4D43-A060-8C2C61D6F538}"/>
                </a:ext>
              </a:extLst>
            </p:cNvPr>
            <p:cNvSpPr txBox="1"/>
            <p:nvPr/>
          </p:nvSpPr>
          <p:spPr>
            <a:xfrm>
              <a:off x="4607719" y="1912218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7" name="이등변 삼각형 46">
              <a:extLst>
                <a:ext uri="{FF2B5EF4-FFF2-40B4-BE49-F238E27FC236}">
                  <a16:creationId xmlns:a16="http://schemas.microsoft.com/office/drawing/2014/main" id="{093FCB6A-E86B-4E9F-9337-E5C287AAD466}"/>
                </a:ext>
              </a:extLst>
            </p:cNvPr>
            <p:cNvSpPr/>
            <p:nvPr/>
          </p:nvSpPr>
          <p:spPr>
            <a:xfrm>
              <a:off x="4171652" y="1994846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B4EB2523-299F-4BC5-904E-7D85AEFF5B27}"/>
                </a:ext>
              </a:extLst>
            </p:cNvPr>
            <p:cNvSpPr/>
            <p:nvPr/>
          </p:nvSpPr>
          <p:spPr>
            <a:xfrm rot="10800000">
              <a:off x="5486400" y="1988588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DA4BFF7-A074-46B1-B021-9499EE2E1A88}"/>
              </a:ext>
            </a:extLst>
          </p:cNvPr>
          <p:cNvGrpSpPr/>
          <p:nvPr/>
        </p:nvGrpSpPr>
        <p:grpSpPr>
          <a:xfrm>
            <a:off x="1133476" y="4035803"/>
            <a:ext cx="9734549" cy="777553"/>
            <a:chOff x="637580" y="2363470"/>
            <a:chExt cx="5475684" cy="43737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4B844F8-43D4-49FC-BC66-6BAFDE74E7A5}"/>
                </a:ext>
              </a:extLst>
            </p:cNvPr>
            <p:cNvSpPr/>
            <p:nvPr/>
          </p:nvSpPr>
          <p:spPr>
            <a:xfrm>
              <a:off x="2207419" y="2382226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16" name="직사각형 7">
              <a:extLst>
                <a:ext uri="{FF2B5EF4-FFF2-40B4-BE49-F238E27FC236}">
                  <a16:creationId xmlns:a16="http://schemas.microsoft.com/office/drawing/2014/main" id="{4D75E968-F32B-498C-96F9-4E07871FF3CD}"/>
                </a:ext>
              </a:extLst>
            </p:cNvPr>
            <p:cNvSpPr/>
            <p:nvPr/>
          </p:nvSpPr>
          <p:spPr>
            <a:xfrm>
              <a:off x="637580" y="2363470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216D6BB-83A9-4567-B2D0-3AD7E58AB5B5}"/>
                </a:ext>
              </a:extLst>
            </p:cNvPr>
            <p:cNvSpPr txBox="1"/>
            <p:nvPr/>
          </p:nvSpPr>
          <p:spPr>
            <a:xfrm>
              <a:off x="717947" y="2402658"/>
              <a:ext cx="353616" cy="398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8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13173D-B5CF-42C0-B3A8-4340016566F3}"/>
                </a:ext>
              </a:extLst>
            </p:cNvPr>
            <p:cNvSpPr txBox="1"/>
            <p:nvPr/>
          </p:nvSpPr>
          <p:spPr>
            <a:xfrm>
              <a:off x="1135856" y="2437283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1C386F-94BB-43BA-8D9E-4535838D6954}"/>
                </a:ext>
              </a:extLst>
            </p:cNvPr>
            <p:cNvSpPr txBox="1"/>
            <p:nvPr/>
          </p:nvSpPr>
          <p:spPr>
            <a:xfrm>
              <a:off x="3230761" y="2421210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987E337-14EB-407F-B57C-89649FBB12F0}"/>
                </a:ext>
              </a:extLst>
            </p:cNvPr>
            <p:cNvSpPr txBox="1"/>
            <p:nvPr/>
          </p:nvSpPr>
          <p:spPr>
            <a:xfrm>
              <a:off x="4613076" y="2421210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8" name="이등변 삼각형 47">
              <a:extLst>
                <a:ext uri="{FF2B5EF4-FFF2-40B4-BE49-F238E27FC236}">
                  <a16:creationId xmlns:a16="http://schemas.microsoft.com/office/drawing/2014/main" id="{4D1FC3AD-5CA6-4237-AB9B-93B8F7EEC08D}"/>
                </a:ext>
              </a:extLst>
            </p:cNvPr>
            <p:cNvSpPr/>
            <p:nvPr/>
          </p:nvSpPr>
          <p:spPr>
            <a:xfrm>
              <a:off x="4168080" y="2516340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58" name="이등변 삼각형 57">
              <a:extLst>
                <a:ext uri="{FF2B5EF4-FFF2-40B4-BE49-F238E27FC236}">
                  <a16:creationId xmlns:a16="http://schemas.microsoft.com/office/drawing/2014/main" id="{F9AD91B0-3223-4A82-BABF-58BA058F3314}"/>
                </a:ext>
              </a:extLst>
            </p:cNvPr>
            <p:cNvSpPr/>
            <p:nvPr/>
          </p:nvSpPr>
          <p:spPr>
            <a:xfrm rot="10800000">
              <a:off x="5486400" y="2516340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8EE924F-5E95-4AAF-B4BD-934599CD41DB}"/>
              </a:ext>
            </a:extLst>
          </p:cNvPr>
          <p:cNvGrpSpPr/>
          <p:nvPr/>
        </p:nvGrpSpPr>
        <p:grpSpPr>
          <a:xfrm>
            <a:off x="1133475" y="4973144"/>
            <a:ext cx="9744075" cy="777555"/>
            <a:chOff x="637580" y="2893893"/>
            <a:chExt cx="5481042" cy="437375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B7F0C12-13E9-40E3-9EED-7B7AD517F233}"/>
                </a:ext>
              </a:extLst>
            </p:cNvPr>
            <p:cNvSpPr/>
            <p:nvPr/>
          </p:nvSpPr>
          <p:spPr>
            <a:xfrm>
              <a:off x="2207419" y="2912650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19" name="직사각형 7">
              <a:extLst>
                <a:ext uri="{FF2B5EF4-FFF2-40B4-BE49-F238E27FC236}">
                  <a16:creationId xmlns:a16="http://schemas.microsoft.com/office/drawing/2014/main" id="{8A906F72-F533-4F23-B562-07E58E58852D}"/>
                </a:ext>
              </a:extLst>
            </p:cNvPr>
            <p:cNvSpPr/>
            <p:nvPr/>
          </p:nvSpPr>
          <p:spPr>
            <a:xfrm>
              <a:off x="637580" y="2893893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F5ACE2-2EB3-437C-89E4-AC6B4B319160}"/>
                </a:ext>
              </a:extLst>
            </p:cNvPr>
            <p:cNvSpPr txBox="1"/>
            <p:nvPr/>
          </p:nvSpPr>
          <p:spPr>
            <a:xfrm>
              <a:off x="723305" y="2933082"/>
              <a:ext cx="353616" cy="398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4D52D42-4410-4C93-AFBA-E09E0A4B10E3}"/>
                </a:ext>
              </a:extLst>
            </p:cNvPr>
            <p:cNvSpPr txBox="1"/>
            <p:nvPr/>
          </p:nvSpPr>
          <p:spPr>
            <a:xfrm>
              <a:off x="1128974" y="2967707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188407F-5D70-4AE5-B8AC-AD8E89EE4C00}"/>
                </a:ext>
              </a:extLst>
            </p:cNvPr>
            <p:cNvSpPr txBox="1"/>
            <p:nvPr/>
          </p:nvSpPr>
          <p:spPr>
            <a:xfrm>
              <a:off x="3236119" y="2956991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EE0E5F5-6C87-4415-A84F-327D2E32FCD5}"/>
                </a:ext>
              </a:extLst>
            </p:cNvPr>
            <p:cNvSpPr txBox="1"/>
            <p:nvPr/>
          </p:nvSpPr>
          <p:spPr>
            <a:xfrm>
              <a:off x="4618434" y="2956991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9" name="이등변 삼각형 48">
              <a:extLst>
                <a:ext uri="{FF2B5EF4-FFF2-40B4-BE49-F238E27FC236}">
                  <a16:creationId xmlns:a16="http://schemas.microsoft.com/office/drawing/2014/main" id="{4CF1962E-DF20-4785-B806-A79DACD5F4D0}"/>
                </a:ext>
              </a:extLst>
            </p:cNvPr>
            <p:cNvSpPr/>
            <p:nvPr/>
          </p:nvSpPr>
          <p:spPr>
            <a:xfrm>
              <a:off x="4168080" y="3048558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59" name="이등변 삼각형 58">
              <a:extLst>
                <a:ext uri="{FF2B5EF4-FFF2-40B4-BE49-F238E27FC236}">
                  <a16:creationId xmlns:a16="http://schemas.microsoft.com/office/drawing/2014/main" id="{24DE27DE-6B13-42F0-BE97-B5028DBD48CF}"/>
                </a:ext>
              </a:extLst>
            </p:cNvPr>
            <p:cNvSpPr/>
            <p:nvPr/>
          </p:nvSpPr>
          <p:spPr>
            <a:xfrm rot="10800000">
              <a:off x="5486400" y="3048558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9BA25D0-F0D2-46EB-B3AF-0565273A270C}"/>
              </a:ext>
            </a:extLst>
          </p:cNvPr>
          <p:cNvGrpSpPr/>
          <p:nvPr/>
        </p:nvGrpSpPr>
        <p:grpSpPr>
          <a:xfrm>
            <a:off x="1133475" y="5910492"/>
            <a:ext cx="9744075" cy="777554"/>
            <a:chOff x="637580" y="3472537"/>
            <a:chExt cx="5481042" cy="437374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8A95894-ADD7-4DB9-985F-E61734A70F42}"/>
                </a:ext>
              </a:extLst>
            </p:cNvPr>
            <p:cNvSpPr/>
            <p:nvPr/>
          </p:nvSpPr>
          <p:spPr>
            <a:xfrm>
              <a:off x="2207419" y="3491294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22" name="직사각형 7">
              <a:extLst>
                <a:ext uri="{FF2B5EF4-FFF2-40B4-BE49-F238E27FC236}">
                  <a16:creationId xmlns:a16="http://schemas.microsoft.com/office/drawing/2014/main" id="{72B842C6-AF09-48E6-A9FC-223813C84A42}"/>
                </a:ext>
              </a:extLst>
            </p:cNvPr>
            <p:cNvSpPr/>
            <p:nvPr/>
          </p:nvSpPr>
          <p:spPr>
            <a:xfrm>
              <a:off x="637580" y="3472537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397F58-262E-4571-AA0C-B3A7F4700E51}"/>
                </a:ext>
              </a:extLst>
            </p:cNvPr>
            <p:cNvSpPr txBox="1"/>
            <p:nvPr/>
          </p:nvSpPr>
          <p:spPr>
            <a:xfrm>
              <a:off x="637580" y="3511725"/>
              <a:ext cx="535781" cy="398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10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E006EE-96C4-4ADC-86D2-87A6810A8F08}"/>
                </a:ext>
              </a:extLst>
            </p:cNvPr>
            <p:cNvSpPr txBox="1"/>
            <p:nvPr/>
          </p:nvSpPr>
          <p:spPr>
            <a:xfrm>
              <a:off x="1128974" y="3546351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504DB57-6B03-464E-A95B-084AAEFBE872}"/>
                </a:ext>
              </a:extLst>
            </p:cNvPr>
            <p:cNvSpPr txBox="1"/>
            <p:nvPr/>
          </p:nvSpPr>
          <p:spPr>
            <a:xfrm>
              <a:off x="3236119" y="3535635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0C7143B-6EAC-4F84-8D38-A66902E1F191}"/>
                </a:ext>
              </a:extLst>
            </p:cNvPr>
            <p:cNvSpPr txBox="1"/>
            <p:nvPr/>
          </p:nvSpPr>
          <p:spPr>
            <a:xfrm>
              <a:off x="4618434" y="3535635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ABE36EA4-799A-4017-B3E7-5BCB78B6E1FF}"/>
                </a:ext>
              </a:extLst>
            </p:cNvPr>
            <p:cNvSpPr/>
            <p:nvPr/>
          </p:nvSpPr>
          <p:spPr>
            <a:xfrm>
              <a:off x="4170758" y="3625873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60" name="이등변 삼각형 59">
              <a:extLst>
                <a:ext uri="{FF2B5EF4-FFF2-40B4-BE49-F238E27FC236}">
                  <a16:creationId xmlns:a16="http://schemas.microsoft.com/office/drawing/2014/main" id="{AAEFB174-1C30-4199-8C6E-3E20E1B4F888}"/>
                </a:ext>
              </a:extLst>
            </p:cNvPr>
            <p:cNvSpPr/>
            <p:nvPr/>
          </p:nvSpPr>
          <p:spPr>
            <a:xfrm rot="10800000">
              <a:off x="5483029" y="3622720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</p:grpSp>
      <p:sp>
        <p:nvSpPr>
          <p:cNvPr id="61" name="이등변 삼각형 60">
            <a:extLst>
              <a:ext uri="{FF2B5EF4-FFF2-40B4-BE49-F238E27FC236}">
                <a16:creationId xmlns:a16="http://schemas.microsoft.com/office/drawing/2014/main" id="{D3B12BA1-D614-43FA-8C6D-60E96A0E2239}"/>
              </a:ext>
            </a:extLst>
          </p:cNvPr>
          <p:cNvSpPr/>
          <p:nvPr/>
        </p:nvSpPr>
        <p:spPr>
          <a:xfrm rot="10800000">
            <a:off x="12696149" y="1778312"/>
            <a:ext cx="416987" cy="15661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/>
          </a:p>
        </p:txBody>
      </p:sp>
    </p:spTree>
    <p:extLst>
      <p:ext uri="{BB962C8B-B14F-4D97-AF65-F5344CB8AC3E}">
        <p14:creationId xmlns:p14="http://schemas.microsoft.com/office/powerpoint/2010/main" val="129091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22FF560-D9C0-4DC7-9ED7-670A12D405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FE3495-FD99-4BFE-B9EF-31C76239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0348"/>
            <a:ext cx="9144000" cy="677726"/>
          </a:xfrm>
        </p:spPr>
        <p:txBody>
          <a:bodyPr>
            <a:noAutofit/>
          </a:bodyPr>
          <a:lstStyle/>
          <a:p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TOP 10 </a:t>
            </a:r>
            <a:r>
              <a:rPr lang="ko-KR" altLang="en-US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종합 뉴스 키워드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890B74-08FF-4443-98F6-AF50E2BA7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5347"/>
            <a:ext cx="9144000" cy="543390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2019.04.01 (</a:t>
            </a:r>
            <a:r>
              <a:rPr lang="ko-KR" altLang="en-US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월</a:t>
            </a:r>
            <a:r>
              <a:rPr lang="en-US" altLang="ko-KR" sz="2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endParaRPr lang="ko-KR" altLang="en-US" sz="2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6CD867-EDB4-44F0-93D9-E2E07F34BA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034" y="18433"/>
            <a:ext cx="1879842" cy="187984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291E1EB-5C1B-4836-8736-1B28FF98135E}"/>
              </a:ext>
            </a:extLst>
          </p:cNvPr>
          <p:cNvCxnSpPr/>
          <p:nvPr/>
        </p:nvCxnSpPr>
        <p:spPr>
          <a:xfrm>
            <a:off x="4195894" y="1076026"/>
            <a:ext cx="380021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5569E22-8A90-4020-8EC3-E639CCEAD36F}"/>
              </a:ext>
            </a:extLst>
          </p:cNvPr>
          <p:cNvSpPr/>
          <p:nvPr/>
        </p:nvSpPr>
        <p:spPr>
          <a:xfrm>
            <a:off x="1133475" y="1353130"/>
            <a:ext cx="9572626" cy="72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46FBA7-0EA9-4724-B944-AD6C43CE4DB2}"/>
              </a:ext>
            </a:extLst>
          </p:cNvPr>
          <p:cNvSpPr txBox="1"/>
          <p:nvPr/>
        </p:nvSpPr>
        <p:spPr>
          <a:xfrm>
            <a:off x="1133476" y="1467023"/>
            <a:ext cx="1065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순위</a:t>
            </a:r>
            <a:endParaRPr lang="ko-KR" altLang="en-US" sz="1801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FD5375-8C5D-46DA-BB92-D288E9AAD8E8}"/>
              </a:ext>
            </a:extLst>
          </p:cNvPr>
          <p:cNvSpPr txBox="1"/>
          <p:nvPr/>
        </p:nvSpPr>
        <p:spPr>
          <a:xfrm>
            <a:off x="2619485" y="1456031"/>
            <a:ext cx="1442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키워드</a:t>
            </a:r>
            <a:endParaRPr lang="ko-KR" altLang="en-US" sz="1801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F68C86-8A0F-48FB-A713-27331F5F49EE}"/>
              </a:ext>
            </a:extLst>
          </p:cNvPr>
          <p:cNvSpPr txBox="1"/>
          <p:nvPr/>
        </p:nvSpPr>
        <p:spPr>
          <a:xfrm>
            <a:off x="8883362" y="1467023"/>
            <a:ext cx="153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관심도</a:t>
            </a:r>
            <a:endParaRPr lang="ko-KR" altLang="en-US" sz="1801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BB811D-EDD9-4C5D-BAB3-4613C1AFEC51}"/>
              </a:ext>
            </a:extLst>
          </p:cNvPr>
          <p:cNvSpPr txBox="1"/>
          <p:nvPr/>
        </p:nvSpPr>
        <p:spPr>
          <a:xfrm>
            <a:off x="6406862" y="1467023"/>
            <a:ext cx="153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감정도</a:t>
            </a:r>
            <a:endParaRPr lang="ko-KR" altLang="en-US" sz="1801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D97E191D-D940-43DB-84EB-43F206FEFCFD}"/>
              </a:ext>
            </a:extLst>
          </p:cNvPr>
          <p:cNvSpPr/>
          <p:nvPr/>
        </p:nvSpPr>
        <p:spPr>
          <a:xfrm>
            <a:off x="12696149" y="1445697"/>
            <a:ext cx="416987" cy="156619"/>
          </a:xfrm>
          <a:prstGeom prst="triangle">
            <a:avLst/>
          </a:prstGeom>
          <a:solidFill>
            <a:srgbClr val="FA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E25885A-C1AD-4068-9578-AE60CC33FF5A}"/>
              </a:ext>
            </a:extLst>
          </p:cNvPr>
          <p:cNvGrpSpPr/>
          <p:nvPr/>
        </p:nvGrpSpPr>
        <p:grpSpPr>
          <a:xfrm>
            <a:off x="1133477" y="2161107"/>
            <a:ext cx="9705975" cy="777554"/>
            <a:chOff x="637580" y="1361559"/>
            <a:chExt cx="5459611" cy="43737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23285B4-0C1D-433A-82E3-0C9B696F2A42}"/>
                </a:ext>
              </a:extLst>
            </p:cNvPr>
            <p:cNvSpPr/>
            <p:nvPr/>
          </p:nvSpPr>
          <p:spPr>
            <a:xfrm>
              <a:off x="2207419" y="1380315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922EA17-BDE0-4133-9C18-ECE7802CEF5A}"/>
                </a:ext>
              </a:extLst>
            </p:cNvPr>
            <p:cNvSpPr/>
            <p:nvPr/>
          </p:nvSpPr>
          <p:spPr>
            <a:xfrm>
              <a:off x="637580" y="1361559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29CF62-A323-4741-AE45-9EF8E8D95B67}"/>
                </a:ext>
              </a:extLst>
            </p:cNvPr>
            <p:cNvSpPr txBox="1"/>
            <p:nvPr/>
          </p:nvSpPr>
          <p:spPr>
            <a:xfrm>
              <a:off x="707231" y="1400747"/>
              <a:ext cx="353616" cy="398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1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6636A79-8B31-4868-B50C-0A7281CF8C8E}"/>
                </a:ext>
              </a:extLst>
            </p:cNvPr>
            <p:cNvSpPr txBox="1"/>
            <p:nvPr/>
          </p:nvSpPr>
          <p:spPr>
            <a:xfrm>
              <a:off x="1130498" y="1435372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095B7C-7190-4372-B42C-A1F2916D36CF}"/>
                </a:ext>
              </a:extLst>
            </p:cNvPr>
            <p:cNvSpPr txBox="1"/>
            <p:nvPr/>
          </p:nvSpPr>
          <p:spPr>
            <a:xfrm>
              <a:off x="3214687" y="1435372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60CA0B-5FBE-40BE-B213-88BE5B7EE086}"/>
                </a:ext>
              </a:extLst>
            </p:cNvPr>
            <p:cNvSpPr txBox="1"/>
            <p:nvPr/>
          </p:nvSpPr>
          <p:spPr>
            <a:xfrm>
              <a:off x="4597003" y="1435372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4A7C9083-D45B-4D86-AFE8-77995CE33007}"/>
                </a:ext>
              </a:extLst>
            </p:cNvPr>
            <p:cNvSpPr/>
            <p:nvPr/>
          </p:nvSpPr>
          <p:spPr>
            <a:xfrm>
              <a:off x="4174330" y="1511742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53" name="이등변 삼각형 52">
              <a:extLst>
                <a:ext uri="{FF2B5EF4-FFF2-40B4-BE49-F238E27FC236}">
                  <a16:creationId xmlns:a16="http://schemas.microsoft.com/office/drawing/2014/main" id="{11CA9466-2889-4648-A2D1-11A8EE2974E9}"/>
                </a:ext>
              </a:extLst>
            </p:cNvPr>
            <p:cNvSpPr/>
            <p:nvPr/>
          </p:nvSpPr>
          <p:spPr>
            <a:xfrm rot="10800000">
              <a:off x="5486400" y="1527604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2206722-D6B6-4481-B3EC-A644981EA3B2}"/>
              </a:ext>
            </a:extLst>
          </p:cNvPr>
          <p:cNvCxnSpPr>
            <a:cxnSpLocks/>
          </p:cNvCxnSpPr>
          <p:nvPr/>
        </p:nvCxnSpPr>
        <p:spPr>
          <a:xfrm>
            <a:off x="12646782" y="2196675"/>
            <a:ext cx="405394" cy="0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3F2FD2A-D316-4774-8205-A215A470FCBE}"/>
              </a:ext>
            </a:extLst>
          </p:cNvPr>
          <p:cNvGrpSpPr/>
          <p:nvPr/>
        </p:nvGrpSpPr>
        <p:grpSpPr>
          <a:xfrm>
            <a:off x="1133476" y="3098453"/>
            <a:ext cx="9725026" cy="777554"/>
            <a:chOff x="637580" y="1849120"/>
            <a:chExt cx="5470327" cy="43737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2BAD732-7B18-47D0-86AD-7AC4586E43E5}"/>
                </a:ext>
              </a:extLst>
            </p:cNvPr>
            <p:cNvSpPr/>
            <p:nvPr/>
          </p:nvSpPr>
          <p:spPr>
            <a:xfrm>
              <a:off x="2207419" y="1867876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13" name="직사각형 7">
              <a:extLst>
                <a:ext uri="{FF2B5EF4-FFF2-40B4-BE49-F238E27FC236}">
                  <a16:creationId xmlns:a16="http://schemas.microsoft.com/office/drawing/2014/main" id="{D12692C2-AC10-4C7A-90F0-83739BA0DB32}"/>
                </a:ext>
              </a:extLst>
            </p:cNvPr>
            <p:cNvSpPr/>
            <p:nvPr/>
          </p:nvSpPr>
          <p:spPr>
            <a:xfrm>
              <a:off x="637580" y="1849120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F41AAC-5E22-4998-A690-2E5AFC99783A}"/>
                </a:ext>
              </a:extLst>
            </p:cNvPr>
            <p:cNvSpPr txBox="1"/>
            <p:nvPr/>
          </p:nvSpPr>
          <p:spPr>
            <a:xfrm>
              <a:off x="712589" y="1888308"/>
              <a:ext cx="353616" cy="398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469F70-5F60-4053-8614-0A7848BF5A5A}"/>
                </a:ext>
              </a:extLst>
            </p:cNvPr>
            <p:cNvSpPr txBox="1"/>
            <p:nvPr/>
          </p:nvSpPr>
          <p:spPr>
            <a:xfrm>
              <a:off x="1130498" y="1922933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C4C69AA-122C-4D95-A5F0-087E5F71A3E5}"/>
                </a:ext>
              </a:extLst>
            </p:cNvPr>
            <p:cNvSpPr txBox="1"/>
            <p:nvPr/>
          </p:nvSpPr>
          <p:spPr>
            <a:xfrm>
              <a:off x="3225403" y="1912218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F25218-6AC1-4D43-A060-8C2C61D6F538}"/>
                </a:ext>
              </a:extLst>
            </p:cNvPr>
            <p:cNvSpPr txBox="1"/>
            <p:nvPr/>
          </p:nvSpPr>
          <p:spPr>
            <a:xfrm>
              <a:off x="4607719" y="1912218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7" name="이등변 삼각형 46">
              <a:extLst>
                <a:ext uri="{FF2B5EF4-FFF2-40B4-BE49-F238E27FC236}">
                  <a16:creationId xmlns:a16="http://schemas.microsoft.com/office/drawing/2014/main" id="{093FCB6A-E86B-4E9F-9337-E5C287AAD466}"/>
                </a:ext>
              </a:extLst>
            </p:cNvPr>
            <p:cNvSpPr/>
            <p:nvPr/>
          </p:nvSpPr>
          <p:spPr>
            <a:xfrm>
              <a:off x="4171652" y="1994846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B4EB2523-299F-4BC5-904E-7D85AEFF5B27}"/>
                </a:ext>
              </a:extLst>
            </p:cNvPr>
            <p:cNvSpPr/>
            <p:nvPr/>
          </p:nvSpPr>
          <p:spPr>
            <a:xfrm rot="10800000">
              <a:off x="5486400" y="1988588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DA4BFF7-A074-46B1-B021-9499EE2E1A88}"/>
              </a:ext>
            </a:extLst>
          </p:cNvPr>
          <p:cNvGrpSpPr/>
          <p:nvPr/>
        </p:nvGrpSpPr>
        <p:grpSpPr>
          <a:xfrm>
            <a:off x="1133476" y="4035805"/>
            <a:ext cx="9734549" cy="777555"/>
            <a:chOff x="637580" y="2363470"/>
            <a:chExt cx="5475684" cy="43737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4B844F8-43D4-49FC-BC66-6BAFDE74E7A5}"/>
                </a:ext>
              </a:extLst>
            </p:cNvPr>
            <p:cNvSpPr/>
            <p:nvPr/>
          </p:nvSpPr>
          <p:spPr>
            <a:xfrm>
              <a:off x="2207419" y="2382226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16" name="직사각형 7">
              <a:extLst>
                <a:ext uri="{FF2B5EF4-FFF2-40B4-BE49-F238E27FC236}">
                  <a16:creationId xmlns:a16="http://schemas.microsoft.com/office/drawing/2014/main" id="{4D75E968-F32B-498C-96F9-4E07871FF3CD}"/>
                </a:ext>
              </a:extLst>
            </p:cNvPr>
            <p:cNvSpPr/>
            <p:nvPr/>
          </p:nvSpPr>
          <p:spPr>
            <a:xfrm>
              <a:off x="637580" y="2363470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216D6BB-83A9-4567-B2D0-3AD7E58AB5B5}"/>
                </a:ext>
              </a:extLst>
            </p:cNvPr>
            <p:cNvSpPr txBox="1"/>
            <p:nvPr/>
          </p:nvSpPr>
          <p:spPr>
            <a:xfrm>
              <a:off x="717947" y="2402658"/>
              <a:ext cx="353616" cy="398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3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13173D-B5CF-42C0-B3A8-4340016566F3}"/>
                </a:ext>
              </a:extLst>
            </p:cNvPr>
            <p:cNvSpPr txBox="1"/>
            <p:nvPr/>
          </p:nvSpPr>
          <p:spPr>
            <a:xfrm>
              <a:off x="1135856" y="2437283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1C386F-94BB-43BA-8D9E-4535838D6954}"/>
                </a:ext>
              </a:extLst>
            </p:cNvPr>
            <p:cNvSpPr txBox="1"/>
            <p:nvPr/>
          </p:nvSpPr>
          <p:spPr>
            <a:xfrm>
              <a:off x="3230761" y="2421210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987E337-14EB-407F-B57C-89649FBB12F0}"/>
                </a:ext>
              </a:extLst>
            </p:cNvPr>
            <p:cNvSpPr txBox="1"/>
            <p:nvPr/>
          </p:nvSpPr>
          <p:spPr>
            <a:xfrm>
              <a:off x="4613076" y="2421210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8" name="이등변 삼각형 47">
              <a:extLst>
                <a:ext uri="{FF2B5EF4-FFF2-40B4-BE49-F238E27FC236}">
                  <a16:creationId xmlns:a16="http://schemas.microsoft.com/office/drawing/2014/main" id="{4D1FC3AD-5CA6-4237-AB9B-93B8F7EEC08D}"/>
                </a:ext>
              </a:extLst>
            </p:cNvPr>
            <p:cNvSpPr/>
            <p:nvPr/>
          </p:nvSpPr>
          <p:spPr>
            <a:xfrm>
              <a:off x="4168080" y="2516340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58" name="이등변 삼각형 57">
              <a:extLst>
                <a:ext uri="{FF2B5EF4-FFF2-40B4-BE49-F238E27FC236}">
                  <a16:creationId xmlns:a16="http://schemas.microsoft.com/office/drawing/2014/main" id="{F9AD91B0-3223-4A82-BABF-58BA058F3314}"/>
                </a:ext>
              </a:extLst>
            </p:cNvPr>
            <p:cNvSpPr/>
            <p:nvPr/>
          </p:nvSpPr>
          <p:spPr>
            <a:xfrm rot="10800000">
              <a:off x="5486400" y="2516340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8EE924F-5E95-4AAF-B4BD-934599CD41DB}"/>
              </a:ext>
            </a:extLst>
          </p:cNvPr>
          <p:cNvGrpSpPr/>
          <p:nvPr/>
        </p:nvGrpSpPr>
        <p:grpSpPr>
          <a:xfrm>
            <a:off x="1133475" y="4973144"/>
            <a:ext cx="9744075" cy="777555"/>
            <a:chOff x="637580" y="2893893"/>
            <a:chExt cx="5481042" cy="437375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B7F0C12-13E9-40E3-9EED-7B7AD517F233}"/>
                </a:ext>
              </a:extLst>
            </p:cNvPr>
            <p:cNvSpPr/>
            <p:nvPr/>
          </p:nvSpPr>
          <p:spPr>
            <a:xfrm>
              <a:off x="2207419" y="2912650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19" name="직사각형 7">
              <a:extLst>
                <a:ext uri="{FF2B5EF4-FFF2-40B4-BE49-F238E27FC236}">
                  <a16:creationId xmlns:a16="http://schemas.microsoft.com/office/drawing/2014/main" id="{8A906F72-F533-4F23-B562-07E58E58852D}"/>
                </a:ext>
              </a:extLst>
            </p:cNvPr>
            <p:cNvSpPr/>
            <p:nvPr/>
          </p:nvSpPr>
          <p:spPr>
            <a:xfrm>
              <a:off x="637580" y="2893893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F5ACE2-2EB3-437C-89E4-AC6B4B319160}"/>
                </a:ext>
              </a:extLst>
            </p:cNvPr>
            <p:cNvSpPr txBox="1"/>
            <p:nvPr/>
          </p:nvSpPr>
          <p:spPr>
            <a:xfrm>
              <a:off x="723305" y="2933082"/>
              <a:ext cx="353616" cy="398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4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4D52D42-4410-4C93-AFBA-E09E0A4B10E3}"/>
                </a:ext>
              </a:extLst>
            </p:cNvPr>
            <p:cNvSpPr txBox="1"/>
            <p:nvPr/>
          </p:nvSpPr>
          <p:spPr>
            <a:xfrm>
              <a:off x="1128974" y="2967707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188407F-5D70-4AE5-B8AC-AD8E89EE4C00}"/>
                </a:ext>
              </a:extLst>
            </p:cNvPr>
            <p:cNvSpPr txBox="1"/>
            <p:nvPr/>
          </p:nvSpPr>
          <p:spPr>
            <a:xfrm>
              <a:off x="3236119" y="2956991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EE0E5F5-6C87-4415-A84F-327D2E32FCD5}"/>
                </a:ext>
              </a:extLst>
            </p:cNvPr>
            <p:cNvSpPr txBox="1"/>
            <p:nvPr/>
          </p:nvSpPr>
          <p:spPr>
            <a:xfrm>
              <a:off x="4618434" y="2956991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9" name="이등변 삼각형 48">
              <a:extLst>
                <a:ext uri="{FF2B5EF4-FFF2-40B4-BE49-F238E27FC236}">
                  <a16:creationId xmlns:a16="http://schemas.microsoft.com/office/drawing/2014/main" id="{4CF1962E-DF20-4785-B806-A79DACD5F4D0}"/>
                </a:ext>
              </a:extLst>
            </p:cNvPr>
            <p:cNvSpPr/>
            <p:nvPr/>
          </p:nvSpPr>
          <p:spPr>
            <a:xfrm>
              <a:off x="4168080" y="3048558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59" name="이등변 삼각형 58">
              <a:extLst>
                <a:ext uri="{FF2B5EF4-FFF2-40B4-BE49-F238E27FC236}">
                  <a16:creationId xmlns:a16="http://schemas.microsoft.com/office/drawing/2014/main" id="{24DE27DE-6B13-42F0-BE97-B5028DBD48CF}"/>
                </a:ext>
              </a:extLst>
            </p:cNvPr>
            <p:cNvSpPr/>
            <p:nvPr/>
          </p:nvSpPr>
          <p:spPr>
            <a:xfrm rot="10800000">
              <a:off x="5486400" y="3048558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9BA25D0-F0D2-46EB-B3AF-0565273A270C}"/>
              </a:ext>
            </a:extLst>
          </p:cNvPr>
          <p:cNvGrpSpPr/>
          <p:nvPr/>
        </p:nvGrpSpPr>
        <p:grpSpPr>
          <a:xfrm>
            <a:off x="1133475" y="5910492"/>
            <a:ext cx="9744075" cy="777554"/>
            <a:chOff x="637580" y="3472537"/>
            <a:chExt cx="5481042" cy="437374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8A95894-ADD7-4DB9-985F-E61734A70F42}"/>
                </a:ext>
              </a:extLst>
            </p:cNvPr>
            <p:cNvSpPr/>
            <p:nvPr/>
          </p:nvSpPr>
          <p:spPr>
            <a:xfrm>
              <a:off x="2207419" y="3491294"/>
              <a:ext cx="3814763" cy="405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22" name="직사각형 7">
              <a:extLst>
                <a:ext uri="{FF2B5EF4-FFF2-40B4-BE49-F238E27FC236}">
                  <a16:creationId xmlns:a16="http://schemas.microsoft.com/office/drawing/2014/main" id="{72B842C6-AF09-48E6-A9FC-223813C84A42}"/>
                </a:ext>
              </a:extLst>
            </p:cNvPr>
            <p:cNvSpPr/>
            <p:nvPr/>
          </p:nvSpPr>
          <p:spPr>
            <a:xfrm>
              <a:off x="637580" y="3472537"/>
              <a:ext cx="2577107" cy="434702"/>
            </a:xfrm>
            <a:custGeom>
              <a:avLst/>
              <a:gdLst>
                <a:gd name="connsiteX0" fmla="*/ 0 w 5553512"/>
                <a:gd name="connsiteY0" fmla="*/ 0 h 1222686"/>
                <a:gd name="connsiteX1" fmla="*/ 5553512 w 5553512"/>
                <a:gd name="connsiteY1" fmla="*/ 0 h 1222686"/>
                <a:gd name="connsiteX2" fmla="*/ 5553512 w 5553512"/>
                <a:gd name="connsiteY2" fmla="*/ 1222686 h 1222686"/>
                <a:gd name="connsiteX3" fmla="*/ 0 w 5553512"/>
                <a:gd name="connsiteY3" fmla="*/ 1222686 h 1222686"/>
                <a:gd name="connsiteX4" fmla="*/ 0 w 5553512"/>
                <a:gd name="connsiteY4" fmla="*/ 0 h 1222686"/>
                <a:gd name="connsiteX0" fmla="*/ 0 w 6459523"/>
                <a:gd name="connsiteY0" fmla="*/ 0 h 1222686"/>
                <a:gd name="connsiteX1" fmla="*/ 6459523 w 6459523"/>
                <a:gd name="connsiteY1" fmla="*/ 0 h 1222686"/>
                <a:gd name="connsiteX2" fmla="*/ 5553512 w 6459523"/>
                <a:gd name="connsiteY2" fmla="*/ 1222686 h 1222686"/>
                <a:gd name="connsiteX3" fmla="*/ 0 w 6459523"/>
                <a:gd name="connsiteY3" fmla="*/ 1222686 h 1222686"/>
                <a:gd name="connsiteX4" fmla="*/ 0 w 6459523"/>
                <a:gd name="connsiteY4" fmla="*/ 0 h 122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9523" h="1222686">
                  <a:moveTo>
                    <a:pt x="0" y="0"/>
                  </a:moveTo>
                  <a:lnTo>
                    <a:pt x="6459523" y="0"/>
                  </a:lnTo>
                  <a:lnTo>
                    <a:pt x="5553512" y="1222686"/>
                  </a:lnTo>
                  <a:lnTo>
                    <a:pt x="0" y="122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397F58-262E-4571-AA0C-B3A7F4700E51}"/>
                </a:ext>
              </a:extLst>
            </p:cNvPr>
            <p:cNvSpPr txBox="1"/>
            <p:nvPr/>
          </p:nvSpPr>
          <p:spPr>
            <a:xfrm>
              <a:off x="637580" y="3511725"/>
              <a:ext cx="535781" cy="398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5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E006EE-96C4-4ADC-86D2-87A6810A8F08}"/>
                </a:ext>
              </a:extLst>
            </p:cNvPr>
            <p:cNvSpPr txBox="1"/>
            <p:nvPr/>
          </p:nvSpPr>
          <p:spPr>
            <a:xfrm>
              <a:off x="1128974" y="3546351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버닝썬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504DB57-6B03-464E-A95B-084AAEFBE872}"/>
                </a:ext>
              </a:extLst>
            </p:cNvPr>
            <p:cNvSpPr txBox="1"/>
            <p:nvPr/>
          </p:nvSpPr>
          <p:spPr>
            <a:xfrm>
              <a:off x="3236119" y="3535635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98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0C7143B-6EAC-4F84-8D38-A66902E1F191}"/>
                </a:ext>
              </a:extLst>
            </p:cNvPr>
            <p:cNvSpPr txBox="1"/>
            <p:nvPr/>
          </p:nvSpPr>
          <p:spPr>
            <a:xfrm>
              <a:off x="4618434" y="3535635"/>
              <a:ext cx="1500188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91</a:t>
              </a:r>
              <a:endParaRPr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ABE36EA4-799A-4017-B3E7-5BCB78B6E1FF}"/>
                </a:ext>
              </a:extLst>
            </p:cNvPr>
            <p:cNvSpPr/>
            <p:nvPr/>
          </p:nvSpPr>
          <p:spPr>
            <a:xfrm>
              <a:off x="4170758" y="3625873"/>
              <a:ext cx="234555" cy="88098"/>
            </a:xfrm>
            <a:prstGeom prst="triangle">
              <a:avLst/>
            </a:prstGeom>
            <a:solidFill>
              <a:srgbClr val="F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60" name="이등변 삼각형 59">
              <a:extLst>
                <a:ext uri="{FF2B5EF4-FFF2-40B4-BE49-F238E27FC236}">
                  <a16:creationId xmlns:a16="http://schemas.microsoft.com/office/drawing/2014/main" id="{AAEFB174-1C30-4199-8C6E-3E20E1B4F888}"/>
                </a:ext>
              </a:extLst>
            </p:cNvPr>
            <p:cNvSpPr/>
            <p:nvPr/>
          </p:nvSpPr>
          <p:spPr>
            <a:xfrm rot="10800000">
              <a:off x="5483029" y="3622720"/>
              <a:ext cx="234555" cy="8809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</p:grpSp>
      <p:sp>
        <p:nvSpPr>
          <p:cNvPr id="61" name="이등변 삼각형 60">
            <a:extLst>
              <a:ext uri="{FF2B5EF4-FFF2-40B4-BE49-F238E27FC236}">
                <a16:creationId xmlns:a16="http://schemas.microsoft.com/office/drawing/2014/main" id="{D3B12BA1-D614-43FA-8C6D-60E96A0E2239}"/>
              </a:ext>
            </a:extLst>
          </p:cNvPr>
          <p:cNvSpPr/>
          <p:nvPr/>
        </p:nvSpPr>
        <p:spPr>
          <a:xfrm rot="10800000">
            <a:off x="12696149" y="1778312"/>
            <a:ext cx="416987" cy="15661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/>
          </a:p>
        </p:txBody>
      </p:sp>
    </p:spTree>
    <p:extLst>
      <p:ext uri="{BB962C8B-B14F-4D97-AF65-F5344CB8AC3E}">
        <p14:creationId xmlns:p14="http://schemas.microsoft.com/office/powerpoint/2010/main" val="237419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FC7B4A-7B7D-46D9-AEAA-07F38140EA45}"/>
              </a:ext>
            </a:extLst>
          </p:cNvPr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C0FABB-AF31-4753-A8D1-33D1A0DB4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A61AFA-ECFE-4088-9058-CF1F957F1DD1}"/>
              </a:ext>
            </a:extLst>
          </p:cNvPr>
          <p:cNvSpPr/>
          <p:nvPr/>
        </p:nvSpPr>
        <p:spPr>
          <a:xfrm rot="559986">
            <a:off x="-1293250" y="5221462"/>
            <a:ext cx="14778496" cy="4622919"/>
          </a:xfrm>
          <a:prstGeom prst="rect">
            <a:avLst/>
          </a:prstGeom>
          <a:solidFill>
            <a:srgbClr val="E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783573-B3E2-430C-8441-CF000B6FDB8C}"/>
              </a:ext>
            </a:extLst>
          </p:cNvPr>
          <p:cNvSpPr/>
          <p:nvPr/>
        </p:nvSpPr>
        <p:spPr>
          <a:xfrm>
            <a:off x="63501" y="0"/>
            <a:ext cx="12128500" cy="6958409"/>
          </a:xfrm>
          <a:prstGeom prst="rect">
            <a:avLst/>
          </a:prstGeom>
          <a:noFill/>
          <a:ln w="152400">
            <a:solidFill>
              <a:srgbClr val="E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66D44-79AB-4FB7-9C6E-16EC4999BC2A}"/>
              </a:ext>
            </a:extLst>
          </p:cNvPr>
          <p:cNvSpPr txBox="1"/>
          <p:nvPr/>
        </p:nvSpPr>
        <p:spPr>
          <a:xfrm>
            <a:off x="567339" y="5375290"/>
            <a:ext cx="7429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1. </a:t>
            </a:r>
            <a:r>
              <a:rPr lang="ko-KR" altLang="en-US" sz="8000" dirty="0" err="1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버닝썬</a:t>
            </a:r>
            <a:endParaRPr lang="ko-KR" altLang="en-US" sz="80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7C40F5F-4F89-4706-80C9-E0EB98437B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159" y="107895"/>
            <a:ext cx="1879842" cy="187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63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FC7B4A-7B7D-46D9-AEAA-07F38140EA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 dirty="0"/>
          </a:p>
        </p:txBody>
      </p:sp>
      <p:sp>
        <p:nvSpPr>
          <p:cNvPr id="35" name="부제목 34">
            <a:extLst>
              <a:ext uri="{FF2B5EF4-FFF2-40B4-BE49-F238E27FC236}">
                <a16:creationId xmlns:a16="http://schemas.microsoft.com/office/drawing/2014/main" id="{8676C665-F7D4-4E9C-9F40-C4ECD76C2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4533" y="2165678"/>
            <a:ext cx="5858933" cy="3703284"/>
          </a:xfrm>
        </p:spPr>
        <p:txBody>
          <a:bodyPr/>
          <a:lstStyle/>
          <a:p>
            <a:r>
              <a:rPr lang="ko-KR" altLang="en-US" dirty="0" err="1"/>
              <a:t>어쩌구</a:t>
            </a:r>
            <a:r>
              <a:rPr lang="ko-KR" altLang="en-US" dirty="0"/>
              <a:t> </a:t>
            </a:r>
            <a:r>
              <a:rPr lang="ko-KR" altLang="en-US" dirty="0" err="1"/>
              <a:t>저쩌구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783573-B3E2-430C-8441-CF000B6FDB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143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E7AAA9-16EB-4FF8-82E5-D5BB81D73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56" y="2165678"/>
            <a:ext cx="5537244" cy="3114700"/>
          </a:xfrm>
          <a:prstGeom prst="rect">
            <a:avLst/>
          </a:prstGeom>
        </p:spPr>
      </p:pic>
      <p:sp>
        <p:nvSpPr>
          <p:cNvPr id="10" name="제목 5">
            <a:extLst>
              <a:ext uri="{FF2B5EF4-FFF2-40B4-BE49-F238E27FC236}">
                <a16:creationId xmlns:a16="http://schemas.microsoft.com/office/drawing/2014/main" id="{A684E1E9-67F8-4A91-B302-12773DAF87A6}"/>
              </a:ext>
            </a:extLst>
          </p:cNvPr>
          <p:cNvSpPr txBox="1">
            <a:spLocks/>
          </p:cNvSpPr>
          <p:nvPr/>
        </p:nvSpPr>
        <p:spPr>
          <a:xfrm>
            <a:off x="185056" y="107895"/>
            <a:ext cx="4679950" cy="1036636"/>
          </a:xfrm>
          <a:prstGeom prst="rect">
            <a:avLst/>
          </a:prstGeom>
        </p:spPr>
        <p:txBody>
          <a:bodyPr vert="horz" lIns="162560" tIns="81280" rIns="162560" bIns="81280" rtlCol="0" anchor="b">
            <a:normAutofit fontScale="97500"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1. </a:t>
            </a:r>
            <a:r>
              <a:rPr lang="ko-KR" altLang="en-US" sz="4800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버닝썬</a:t>
            </a:r>
            <a:endParaRPr lang="ko-KR" altLang="en-US" sz="48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933DCD7-F9CF-4DF9-824F-593003FDF2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159" y="107895"/>
            <a:ext cx="1879842" cy="187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2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FC7B4A-7B7D-46D9-AEAA-07F38140EA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783573-B3E2-430C-8441-CF000B6FDB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143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FD21B-C922-4825-A6F4-02D32424A065}"/>
              </a:ext>
            </a:extLst>
          </p:cNvPr>
          <p:cNvSpPr txBox="1"/>
          <p:nvPr/>
        </p:nvSpPr>
        <p:spPr>
          <a:xfrm>
            <a:off x="1199645" y="4176242"/>
            <a:ext cx="11354606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2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90%</a:t>
            </a:r>
            <a:endParaRPr lang="ko-KR" altLang="en-US" sz="14200" dirty="0">
              <a:solidFill>
                <a:srgbClr val="C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C4D16-A9AD-4812-92C4-CC9FF280B7B2}"/>
              </a:ext>
            </a:extLst>
          </p:cNvPr>
          <p:cNvSpPr txBox="1"/>
          <p:nvPr/>
        </p:nvSpPr>
        <p:spPr>
          <a:xfrm>
            <a:off x="4844546" y="2078834"/>
            <a:ext cx="2502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</a:t>
            </a:r>
            <a:r>
              <a:rPr lang="ko-KR" altLang="en-US" sz="3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연관키워드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B05A20-C337-4B99-B42F-8B4BCF153B72}"/>
              </a:ext>
            </a:extLst>
          </p:cNvPr>
          <p:cNvSpPr txBox="1"/>
          <p:nvPr/>
        </p:nvSpPr>
        <p:spPr>
          <a:xfrm>
            <a:off x="2221995" y="2091534"/>
            <a:ext cx="2502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</a:t>
            </a:r>
            <a:r>
              <a:rPr lang="ko-KR" altLang="en-US" sz="3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연관키워드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FF64C-4675-48D2-B43A-8D731722E0E1}"/>
              </a:ext>
            </a:extLst>
          </p:cNvPr>
          <p:cNvSpPr txBox="1"/>
          <p:nvPr/>
        </p:nvSpPr>
        <p:spPr>
          <a:xfrm>
            <a:off x="7467095" y="2104233"/>
            <a:ext cx="2502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</a:t>
            </a:r>
            <a:r>
              <a:rPr lang="ko-KR" altLang="en-US" sz="3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연관키워드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1B68F-D0B8-4849-8935-58776BB95107}"/>
              </a:ext>
            </a:extLst>
          </p:cNvPr>
          <p:cNvSpPr txBox="1"/>
          <p:nvPr/>
        </p:nvSpPr>
        <p:spPr>
          <a:xfrm>
            <a:off x="3441195" y="2921991"/>
            <a:ext cx="2502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</a:t>
            </a:r>
            <a:r>
              <a:rPr lang="ko-KR" altLang="en-US" sz="3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연관키워드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7E0EC-E373-4A2F-9398-4DBA34514CF5}"/>
              </a:ext>
            </a:extLst>
          </p:cNvPr>
          <p:cNvSpPr txBox="1"/>
          <p:nvPr/>
        </p:nvSpPr>
        <p:spPr>
          <a:xfrm>
            <a:off x="6247895" y="2921991"/>
            <a:ext cx="2502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</a:t>
            </a:r>
            <a:r>
              <a:rPr lang="ko-KR" altLang="en-US" sz="32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연관키워드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BAD0F-F1AE-43A4-A8BB-5FDBC2DB6181}"/>
              </a:ext>
            </a:extLst>
          </p:cNvPr>
          <p:cNvSpPr txBox="1"/>
          <p:nvPr/>
        </p:nvSpPr>
        <p:spPr>
          <a:xfrm>
            <a:off x="5648476" y="5387964"/>
            <a:ext cx="4483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전일 대비</a:t>
            </a:r>
            <a:r>
              <a:rPr lang="en-US" altLang="ko-KR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00% </a:t>
            </a:r>
            <a:r>
              <a:rPr lang="ko-KR" altLang="en-US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증감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E0416A-A32E-4AB5-A3EB-99B404F7E5AF}"/>
              </a:ext>
            </a:extLst>
          </p:cNvPr>
          <p:cNvSpPr txBox="1"/>
          <p:nvPr/>
        </p:nvSpPr>
        <p:spPr>
          <a:xfrm>
            <a:off x="1199645" y="3739749"/>
            <a:ext cx="4483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감정도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A2A14E9-D366-4835-A01E-E3D8FD7D90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159" y="107895"/>
            <a:ext cx="1879842" cy="1879842"/>
          </a:xfrm>
          <a:prstGeom prst="rect">
            <a:avLst/>
          </a:prstGeom>
        </p:spPr>
      </p:pic>
      <p:sp>
        <p:nvSpPr>
          <p:cNvPr id="16" name="제목 5">
            <a:extLst>
              <a:ext uri="{FF2B5EF4-FFF2-40B4-BE49-F238E27FC236}">
                <a16:creationId xmlns:a16="http://schemas.microsoft.com/office/drawing/2014/main" id="{AF99C4CF-3B2D-4E2F-902E-0C04BB33EF87}"/>
              </a:ext>
            </a:extLst>
          </p:cNvPr>
          <p:cNvSpPr txBox="1">
            <a:spLocks/>
          </p:cNvSpPr>
          <p:nvPr/>
        </p:nvSpPr>
        <p:spPr>
          <a:xfrm>
            <a:off x="185056" y="107895"/>
            <a:ext cx="4679950" cy="1036636"/>
          </a:xfrm>
          <a:prstGeom prst="rect">
            <a:avLst/>
          </a:prstGeom>
        </p:spPr>
        <p:txBody>
          <a:bodyPr vert="horz" lIns="162560" tIns="81280" rIns="162560" bIns="81280" rtlCol="0" anchor="b">
            <a:normAutofit fontScale="97500"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1. </a:t>
            </a:r>
            <a:r>
              <a:rPr lang="ko-KR" altLang="en-US" sz="4800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버닝썬</a:t>
            </a:r>
            <a:endParaRPr lang="ko-KR" altLang="en-US" sz="48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0928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449</TotalTime>
  <Words>102</Words>
  <Application>Microsoft Office PowerPoint</Application>
  <PresentationFormat>와이드스크린</PresentationFormat>
  <Paragraphs>65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나눔고딕 ExtraBold</vt:lpstr>
      <vt:lpstr>배달의민족 도현</vt:lpstr>
      <vt:lpstr>Arial</vt:lpstr>
      <vt:lpstr>Calibri</vt:lpstr>
      <vt:lpstr>Calibri Light</vt:lpstr>
      <vt:lpstr>Office 테마</vt:lpstr>
      <vt:lpstr>19년 4월 1일 TOP 10 종합뉴스 키워드</vt:lpstr>
      <vt:lpstr>TOP 10 종합 뉴스 키워드</vt:lpstr>
      <vt:lpstr>TOP 10 종합 뉴스 키워드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Yun DaeHeon</dc:creator>
  <cp:lastModifiedBy>Yun DaeHeon</cp:lastModifiedBy>
  <cp:revision>23</cp:revision>
  <dcterms:created xsi:type="dcterms:W3CDTF">2019-03-25T04:05:54Z</dcterms:created>
  <dcterms:modified xsi:type="dcterms:W3CDTF">2019-03-28T09:23:57Z</dcterms:modified>
</cp:coreProperties>
</file>